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16.jpeg" ContentType="image/jpeg"/>
  <Override PartName="/ppt/media/image15.jpeg" ContentType="image/jpeg"/>
  <Override PartName="/ppt/media/image17.jpeg" ContentType="image/jpeg"/>
  <Override PartName="/ppt/media/image18.jpeg" ContentType="image/jpeg"/>
  <Override PartName="/ppt/media/image39.png" ContentType="image/png"/>
  <Override PartName="/ppt/media/image14.png" ContentType="image/png"/>
  <Override PartName="/ppt/media/image38.png" ContentType="image/png"/>
  <Override PartName="/ppt/media/image13.png" ContentType="image/png"/>
  <Override PartName="/ppt/media/image37.png" ContentType="image/png"/>
  <Override PartName="/ppt/media/image19.jpeg" ContentType="image/jpeg"/>
  <Override PartName="/ppt/media/image1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10.png" ContentType="image/png"/>
  <Override PartName="/ppt/media/image35.png" ContentType="image/png"/>
  <Override PartName="/ppt/media/image11.png" ContentType="image/png"/>
  <Override PartName="/ppt/media/image36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5.png" ContentType="image/png"/>
  <Override PartName="/ppt/media/image6.png" ContentType="image/png"/>
  <Override PartName="/ppt/media/image4.png" ContentType="image/png"/>
  <Override PartName="/ppt/media/image20.jpeg" ContentType="image/jpeg"/>
  <Override PartName="/ppt/media/image21.jpeg" ContentType="image/jpeg"/>
  <Override PartName="/ppt/media/image22.jpeg" ContentType="image/jpeg"/>
  <Override PartName="/ppt/media/image27.jpeg" ContentType="image/jpe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32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31.xml.rels" ContentType="application/vnd.openxmlformats-package.relationships+xml"/>
  <Override PartName="/ppt/slides/_rels/slide25.xml.rels" ContentType="application/vnd.openxmlformats-package.relationships+xml"/>
  <Override PartName="/ppt/slides/_rels/slide30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36.xml.rels" ContentType="application/vnd.openxmlformats-package.relationships+xml"/>
  <Override PartName="/ppt/slides/_rels/slide5.xml.rels" ContentType="application/vnd.openxmlformats-package.relationships+xml"/>
  <Override PartName="/ppt/slides/_rels/slide3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3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34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417960" y="1098720"/>
            <a:ext cx="437400" cy="474120"/>
          </a:xfrm>
          <a:custGeom>
            <a:avLst/>
            <a:gdLst/>
            <a:ah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74979"/>
                </a:lnTo>
                <a:lnTo>
                  <a:pt x="438150" y="474979"/>
                </a:lnTo>
                <a:close/>
              </a:path>
            </a:pathLst>
          </a:custGeom>
          <a:solidFill>
            <a:srgbClr val="ffce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800280" y="1099800"/>
            <a:ext cx="326880" cy="4730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3"/>
          <p:cNvSpPr/>
          <p:nvPr/>
        </p:nvSpPr>
        <p:spPr>
          <a:xfrm>
            <a:off x="541080" y="1521360"/>
            <a:ext cx="422280" cy="473040"/>
          </a:xfrm>
          <a:custGeom>
            <a:avLst/>
            <a:gdLst/>
            <a:ahLst/>
            <a:rect l="l" t="t" r="r" b="b"/>
            <a:pathLst>
              <a:path w="422909" h="473710">
                <a:moveTo>
                  <a:pt x="422910" y="0"/>
                </a:moveTo>
                <a:lnTo>
                  <a:pt x="0" y="0"/>
                </a:lnTo>
                <a:lnTo>
                  <a:pt x="0" y="473710"/>
                </a:lnTo>
                <a:lnTo>
                  <a:pt x="422910" y="473710"/>
                </a:lnTo>
                <a:close/>
              </a:path>
            </a:pathLst>
          </a:custGeom>
          <a:solidFill>
            <a:srgbClr val="3333c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CustomShape 4"/>
          <p:cNvSpPr/>
          <p:nvPr/>
        </p:nvSpPr>
        <p:spPr>
          <a:xfrm>
            <a:off x="910440" y="1522800"/>
            <a:ext cx="367560" cy="4730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CustomShape 5"/>
          <p:cNvSpPr/>
          <p:nvPr/>
        </p:nvSpPr>
        <p:spPr>
          <a:xfrm>
            <a:off x="127080" y="1449000"/>
            <a:ext cx="559440" cy="4208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CustomShape 6"/>
          <p:cNvSpPr/>
          <p:nvPr/>
        </p:nvSpPr>
        <p:spPr>
          <a:xfrm>
            <a:off x="762120" y="990720"/>
            <a:ext cx="30960" cy="1050840"/>
          </a:xfrm>
          <a:custGeom>
            <a:avLst/>
            <a:gdLst/>
            <a:ahLst/>
            <a:rect l="l" t="t" r="r" b="b"/>
            <a:pathLst>
              <a:path w="31750" h="1051560">
                <a:moveTo>
                  <a:pt x="31750" y="0"/>
                </a:moveTo>
                <a:lnTo>
                  <a:pt x="0" y="0"/>
                </a:lnTo>
                <a:lnTo>
                  <a:pt x="0" y="1051560"/>
                </a:lnTo>
                <a:lnTo>
                  <a:pt x="31750" y="105156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" name="CustomShape 7"/>
          <p:cNvSpPr/>
          <p:nvPr/>
        </p:nvSpPr>
        <p:spPr>
          <a:xfrm>
            <a:off x="442080" y="1783080"/>
            <a:ext cx="8224920" cy="2988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PlaceHolder 8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417960" y="1098720"/>
            <a:ext cx="437400" cy="474120"/>
          </a:xfrm>
          <a:custGeom>
            <a:avLst/>
            <a:gdLst/>
            <a:ah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74979"/>
                </a:lnTo>
                <a:lnTo>
                  <a:pt x="438150" y="474979"/>
                </a:lnTo>
                <a:close/>
              </a:path>
            </a:pathLst>
          </a:custGeom>
          <a:solidFill>
            <a:srgbClr val="ffce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2"/>
          <p:cNvSpPr/>
          <p:nvPr/>
        </p:nvSpPr>
        <p:spPr>
          <a:xfrm>
            <a:off x="800280" y="1099800"/>
            <a:ext cx="326880" cy="47304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CustomShape 3"/>
          <p:cNvSpPr/>
          <p:nvPr/>
        </p:nvSpPr>
        <p:spPr>
          <a:xfrm>
            <a:off x="541080" y="1521360"/>
            <a:ext cx="422280" cy="473040"/>
          </a:xfrm>
          <a:custGeom>
            <a:avLst/>
            <a:gdLst/>
            <a:ahLst/>
            <a:rect l="l" t="t" r="r" b="b"/>
            <a:pathLst>
              <a:path w="422909" h="473710">
                <a:moveTo>
                  <a:pt x="422910" y="0"/>
                </a:moveTo>
                <a:lnTo>
                  <a:pt x="0" y="0"/>
                </a:lnTo>
                <a:lnTo>
                  <a:pt x="0" y="473710"/>
                </a:lnTo>
                <a:lnTo>
                  <a:pt x="422910" y="473710"/>
                </a:lnTo>
                <a:close/>
              </a:path>
            </a:pathLst>
          </a:custGeom>
          <a:solidFill>
            <a:srgbClr val="3333c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4"/>
          <p:cNvSpPr/>
          <p:nvPr/>
        </p:nvSpPr>
        <p:spPr>
          <a:xfrm>
            <a:off x="910440" y="1522800"/>
            <a:ext cx="367560" cy="4730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5"/>
          <p:cNvSpPr/>
          <p:nvPr/>
        </p:nvSpPr>
        <p:spPr>
          <a:xfrm>
            <a:off x="127080" y="1449000"/>
            <a:ext cx="559440" cy="42084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CustomShape 6"/>
          <p:cNvSpPr/>
          <p:nvPr/>
        </p:nvSpPr>
        <p:spPr>
          <a:xfrm>
            <a:off x="762120" y="990720"/>
            <a:ext cx="30960" cy="1050840"/>
          </a:xfrm>
          <a:custGeom>
            <a:avLst/>
            <a:gdLst/>
            <a:ahLst/>
            <a:rect l="l" t="t" r="r" b="b"/>
            <a:pathLst>
              <a:path w="31750" h="1051560">
                <a:moveTo>
                  <a:pt x="31750" y="0"/>
                </a:moveTo>
                <a:lnTo>
                  <a:pt x="0" y="0"/>
                </a:lnTo>
                <a:lnTo>
                  <a:pt x="0" y="1051560"/>
                </a:lnTo>
                <a:lnTo>
                  <a:pt x="31750" y="105156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7"/>
          <p:cNvSpPr/>
          <p:nvPr/>
        </p:nvSpPr>
        <p:spPr>
          <a:xfrm>
            <a:off x="442080" y="1783080"/>
            <a:ext cx="8224920" cy="2988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PlaceHolder 8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21.jpeg"/><Relationship Id="rId6" Type="http://schemas.openxmlformats.org/officeDocument/2006/relationships/image" Target="../media/image22.jpeg"/><Relationship Id="rId7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"/>
          <p:cNvGrpSpPr/>
          <p:nvPr/>
        </p:nvGrpSpPr>
        <p:grpSpPr>
          <a:xfrm>
            <a:off x="0" y="2438280"/>
            <a:ext cx="8995680" cy="1040760"/>
            <a:chOff x="0" y="2438280"/>
            <a:chExt cx="8995680" cy="1040760"/>
          </a:xfrm>
        </p:grpSpPr>
        <p:sp>
          <p:nvSpPr>
            <p:cNvPr id="91" name="CustomShape 2"/>
            <p:cNvSpPr/>
            <p:nvPr/>
          </p:nvSpPr>
          <p:spPr>
            <a:xfrm>
              <a:off x="293400" y="2546280"/>
              <a:ext cx="425880" cy="462960"/>
            </a:xfrm>
            <a:custGeom>
              <a:avLst/>
              <a:gdLst/>
              <a:ahLst/>
              <a:rect l="l" t="t" r="r" b="b"/>
              <a:pathLst>
                <a:path w="426720" h="463550">
                  <a:moveTo>
                    <a:pt x="426720" y="0"/>
                  </a:moveTo>
                  <a:lnTo>
                    <a:pt x="0" y="0"/>
                  </a:lnTo>
                  <a:lnTo>
                    <a:pt x="0" y="463550"/>
                  </a:lnTo>
                  <a:lnTo>
                    <a:pt x="426720" y="46355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CustomShape 3"/>
            <p:cNvSpPr/>
            <p:nvPr/>
          </p:nvSpPr>
          <p:spPr>
            <a:xfrm>
              <a:off x="678240" y="2546280"/>
              <a:ext cx="315360" cy="46296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4"/>
            <p:cNvSpPr/>
            <p:nvPr/>
          </p:nvSpPr>
          <p:spPr>
            <a:xfrm>
              <a:off x="417960" y="2967840"/>
              <a:ext cx="410760" cy="464040"/>
            </a:xfrm>
            <a:custGeom>
              <a:avLst/>
              <a:gdLst/>
              <a:ahLst/>
              <a:rect l="l" t="t" r="r" b="b"/>
              <a:pathLst>
                <a:path w="411480" h="464820">
                  <a:moveTo>
                    <a:pt x="411480" y="0"/>
                  </a:moveTo>
                  <a:lnTo>
                    <a:pt x="0" y="0"/>
                  </a:lnTo>
                  <a:lnTo>
                    <a:pt x="0" y="464820"/>
                  </a:lnTo>
                  <a:lnTo>
                    <a:pt x="411480" y="464820"/>
                  </a:ln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CustomShape 5"/>
            <p:cNvSpPr/>
            <p:nvPr/>
          </p:nvSpPr>
          <p:spPr>
            <a:xfrm>
              <a:off x="787320" y="2969280"/>
              <a:ext cx="357480" cy="46296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CustomShape 6"/>
            <p:cNvSpPr/>
            <p:nvPr/>
          </p:nvSpPr>
          <p:spPr>
            <a:xfrm>
              <a:off x="0" y="2896920"/>
              <a:ext cx="547920" cy="4093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CustomShape 7"/>
            <p:cNvSpPr/>
            <p:nvPr/>
          </p:nvSpPr>
          <p:spPr>
            <a:xfrm>
              <a:off x="635040" y="2438280"/>
              <a:ext cx="19440" cy="1040760"/>
            </a:xfrm>
            <a:custGeom>
              <a:avLst/>
              <a:gdLst/>
              <a:ahLst/>
              <a:rect l="l" t="t" r="r" b="b"/>
              <a:pathLst>
                <a:path w="20320" h="1041400">
                  <a:moveTo>
                    <a:pt x="20320" y="0"/>
                  </a:moveTo>
                  <a:lnTo>
                    <a:pt x="0" y="0"/>
                  </a:lnTo>
                  <a:lnTo>
                    <a:pt x="0" y="1041400"/>
                  </a:lnTo>
                  <a:lnTo>
                    <a:pt x="20320" y="104140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CustomShape 8"/>
            <p:cNvSpPr/>
            <p:nvPr/>
          </p:nvSpPr>
          <p:spPr>
            <a:xfrm>
              <a:off x="316080" y="3262680"/>
              <a:ext cx="8679600" cy="4104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8" name="CustomShape 9"/>
          <p:cNvSpPr/>
          <p:nvPr/>
        </p:nvSpPr>
        <p:spPr>
          <a:xfrm>
            <a:off x="1069200" y="2242800"/>
            <a:ext cx="3502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1" strike="noStrike">
                <a:solidFill>
                  <a:srgbClr val="333399"/>
                </a:solidFill>
                <a:latin typeface="DejaVu Sans"/>
              </a:rPr>
              <a:t>2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</a:t>
            </a:r>
            <a:r>
              <a:rPr b="0" lang="en-IN" sz="4400" spc="-7" strike="noStrike">
                <a:solidFill>
                  <a:srgbClr val="333399"/>
                </a:solidFill>
                <a:latin typeface="DejaVu Sans"/>
              </a:rPr>
              <a:t>(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GSM)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229400" y="1031400"/>
            <a:ext cx="27324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1235880" y="2050920"/>
            <a:ext cx="7431840" cy="362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69720" indent="-330840">
              <a:lnSpc>
                <a:spcPct val="100000"/>
              </a:lnSpc>
              <a:spcBef>
                <a:spcPts val="99"/>
              </a:spcBef>
              <a:buClr>
                <a:srgbClr val="3333cc"/>
              </a:buClr>
              <a:buSzPct val="59000"/>
              <a:buFont typeface="Wingdings" charset="2"/>
              <a:buChar char=""/>
            </a:pPr>
            <a:r>
              <a:rPr b="0" lang="en-IN" sz="3200" spc="-7" strike="noStrike">
                <a:solidFill>
                  <a:srgbClr val="000000"/>
                </a:solidFill>
                <a:latin typeface="DejaVu Sans"/>
                <a:ea typeface="DejaVu Sans"/>
              </a:rPr>
              <a:t>Abbreviation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Global System </a:t>
            </a:r>
            <a:r>
              <a:rPr b="0" lang="en-IN" sz="3200" spc="-840" strike="noStrike">
                <a:solidFill>
                  <a:srgbClr val="000000"/>
                </a:solidFill>
                <a:latin typeface="DejaVu Sans"/>
                <a:ea typeface="DejaVu Sans"/>
              </a:rPr>
              <a:t>for 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Mobile</a:t>
            </a:r>
            <a:r>
              <a:rPr b="0" lang="en-IN" sz="32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Communications</a:t>
            </a:r>
            <a:endParaRPr b="0" lang="en-IN" sz="3200" spc="-1" strike="noStrike">
              <a:latin typeface="Arial"/>
            </a:endParaRPr>
          </a:p>
          <a:p>
            <a:pPr marL="369720" indent="-330840">
              <a:lnSpc>
                <a:spcPct val="100000"/>
              </a:lnSpc>
              <a:spcBef>
                <a:spcPts val="791"/>
              </a:spcBef>
              <a:buClr>
                <a:srgbClr val="3333cc"/>
              </a:buClr>
              <a:buSzPct val="59000"/>
              <a:buFont typeface="Wingdings" charset="2"/>
              <a:buChar char=""/>
            </a:pPr>
            <a:r>
              <a:rPr b="0" lang="en-IN" sz="3200" spc="-15" strike="noStrike">
                <a:solidFill>
                  <a:srgbClr val="000000"/>
                </a:solidFill>
                <a:latin typeface="DejaVu Sans"/>
                <a:ea typeface="DejaVu Sans"/>
              </a:rPr>
              <a:t>Concurrent </a:t>
            </a:r>
            <a:r>
              <a:rPr b="0" lang="en-IN" sz="3200" spc="-7" strike="noStrike">
                <a:solidFill>
                  <a:srgbClr val="000000"/>
                </a:solidFill>
                <a:latin typeface="DejaVu Sans"/>
                <a:ea typeface="DejaVu Sans"/>
              </a:rPr>
              <a:t>development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in USA</a:t>
            </a:r>
            <a:r>
              <a:rPr b="0" lang="en-IN" sz="3200" spc="-831" strike="noStrike">
                <a:solidFill>
                  <a:srgbClr val="000000"/>
                </a:solidFill>
                <a:latin typeface="DejaVu Sans"/>
                <a:ea typeface="DejaVu Sans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</a:t>
            </a:r>
            <a:r>
              <a:rPr b="0" lang="en-IN" sz="3200" spc="-9" strike="noStrike">
                <a:solidFill>
                  <a:srgbClr val="000000"/>
                </a:solidFill>
                <a:latin typeface="DejaVu Sans"/>
                <a:ea typeface="DejaVu Sans"/>
              </a:rPr>
              <a:t>Europe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in the</a:t>
            </a:r>
            <a:r>
              <a:rPr b="0" lang="en-IN" sz="32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1980’s</a:t>
            </a:r>
            <a:endParaRPr b="0" lang="en-IN" sz="3200" spc="-1" strike="noStrike">
              <a:latin typeface="Arial"/>
            </a:endParaRPr>
          </a:p>
          <a:p>
            <a:pPr marL="369720" indent="-330840">
              <a:lnSpc>
                <a:spcPct val="100000"/>
              </a:lnSpc>
              <a:spcBef>
                <a:spcPts val="799"/>
              </a:spcBef>
              <a:buClr>
                <a:srgbClr val="3333cc"/>
              </a:buClr>
              <a:buSzPct val="59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</a:t>
            </a:r>
            <a:r>
              <a:rPr b="0" lang="en-IN" sz="3200" spc="-9" strike="noStrike">
                <a:solidFill>
                  <a:srgbClr val="000000"/>
                </a:solidFill>
                <a:latin typeface="DejaVu Sans"/>
                <a:ea typeface="DejaVu Sans"/>
              </a:rPr>
              <a:t>European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system was called</a:t>
            </a:r>
            <a:r>
              <a:rPr b="0" lang="en-IN" sz="3200" spc="-420" strike="noStrike">
                <a:solidFill>
                  <a:srgbClr val="000000"/>
                </a:solidFill>
                <a:latin typeface="DejaVu Sans"/>
                <a:ea typeface="DejaVu Sans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and </a:t>
            </a:r>
            <a:r>
              <a:rPr b="0" lang="en-IN" sz="3200" spc="-7" strike="noStrike">
                <a:solidFill>
                  <a:srgbClr val="000000"/>
                </a:solidFill>
                <a:latin typeface="DejaVu Sans"/>
                <a:ea typeface="DejaVu Sans"/>
              </a:rPr>
              <a:t>deployed </a:t>
            </a:r>
            <a:r>
              <a:rPr b="0" lang="en-IN" sz="3200" spc="-1" strike="noStrike">
                <a:solidFill>
                  <a:srgbClr val="000000"/>
                </a:solidFill>
                <a:latin typeface="DejaVu Sans"/>
                <a:ea typeface="DejaVu Sans"/>
              </a:rPr>
              <a:t>in the early  1990’s</a:t>
            </a:r>
            <a:endParaRPr b="0" lang="en-IN" sz="32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229400" y="1031400"/>
            <a:ext cx="43326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Goals of</a:t>
            </a:r>
            <a:r>
              <a:rPr b="0" lang="en-IN" sz="4400" spc="-86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1261080" y="211464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1592640" y="1949400"/>
            <a:ext cx="7479000" cy="41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23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Good </a:t>
            </a:r>
            <a:r>
              <a:rPr b="0" lang="en-IN" sz="2800" spc="-7" strike="noStrike">
                <a:solidFill>
                  <a:srgbClr val="000000"/>
                </a:solidFill>
                <a:latin typeface="DejaVu Sans"/>
                <a:ea typeface="DejaVu Sans"/>
              </a:rPr>
              <a:t>subjective speech </a:t>
            </a: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quality  </a:t>
            </a:r>
            <a:r>
              <a:rPr b="0" lang="en-IN" sz="2800" spc="-15" strike="noStrike">
                <a:solidFill>
                  <a:srgbClr val="000000"/>
                </a:solidFill>
                <a:latin typeface="DejaVu Sans"/>
                <a:ea typeface="DejaVu Sans"/>
              </a:rPr>
              <a:t>Low </a:t>
            </a:r>
            <a:r>
              <a:rPr b="0" lang="en-IN" sz="2800" spc="-9" strike="noStrike">
                <a:solidFill>
                  <a:srgbClr val="000000"/>
                </a:solidFill>
                <a:latin typeface="DejaVu Sans"/>
                <a:ea typeface="DejaVu Sans"/>
              </a:rPr>
              <a:t>terminal </a:t>
            </a: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service cost  Support for </a:t>
            </a:r>
            <a:r>
              <a:rPr b="0" lang="en-IN" sz="2800" spc="-7" strike="noStrike">
                <a:solidFill>
                  <a:srgbClr val="000000"/>
                </a:solidFill>
                <a:latin typeface="DejaVu Sans"/>
                <a:ea typeface="DejaVu Sans"/>
              </a:rPr>
              <a:t>international</a:t>
            </a:r>
            <a:r>
              <a:rPr b="0" lang="en-IN" sz="2800" spc="-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800" spc="-9" strike="noStrike">
                <a:solidFill>
                  <a:srgbClr val="000000"/>
                </a:solidFill>
                <a:latin typeface="DejaVu Sans"/>
                <a:ea typeface="DejaVu Sans"/>
              </a:rPr>
              <a:t>roaming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1"/>
              </a:spcBef>
            </a:pP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Ability to support handheld</a:t>
            </a:r>
            <a:r>
              <a:rPr b="0" lang="en-IN" sz="28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800" spc="-9" strike="noStrike">
                <a:solidFill>
                  <a:srgbClr val="000000"/>
                </a:solidFill>
                <a:latin typeface="DejaVu Sans"/>
                <a:ea typeface="DejaVu Sans"/>
              </a:rPr>
              <a:t>terminals 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1"/>
              </a:spcBef>
            </a:pP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Support for range of new </a:t>
            </a:r>
            <a:r>
              <a:rPr b="0" lang="en-IN" sz="2800" spc="-7" strike="noStrike">
                <a:solidFill>
                  <a:srgbClr val="000000"/>
                </a:solidFill>
                <a:latin typeface="DejaVu Sans"/>
                <a:ea typeface="DejaVu Sans"/>
              </a:rPr>
              <a:t>services </a:t>
            </a: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 facilities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23000"/>
              </a:lnSpc>
            </a:pP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Spectral </a:t>
            </a:r>
            <a:r>
              <a:rPr b="0" lang="en-IN" sz="2800" spc="-9" strike="noStrike">
                <a:solidFill>
                  <a:srgbClr val="000000"/>
                </a:solidFill>
                <a:latin typeface="DejaVu Sans"/>
                <a:ea typeface="DejaVu Sans"/>
              </a:rPr>
              <a:t>efficiency  </a:t>
            </a:r>
            <a:r>
              <a:rPr b="0" lang="en-IN" sz="2800" spc="-1" strike="noStrike">
                <a:solidFill>
                  <a:srgbClr val="000000"/>
                </a:solidFill>
                <a:latin typeface="DejaVu Sans"/>
                <a:ea typeface="DejaVu Sans"/>
              </a:rPr>
              <a:t>ISDN </a:t>
            </a:r>
            <a:r>
              <a:rPr b="0" lang="en-IN" sz="2800" spc="-29" strike="noStrike">
                <a:solidFill>
                  <a:srgbClr val="000000"/>
                </a:solidFill>
                <a:latin typeface="DejaVu Sans"/>
                <a:ea typeface="DejaVu Sans"/>
              </a:rPr>
              <a:t>compatibility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4" name="CustomShape 4"/>
          <p:cNvSpPr/>
          <p:nvPr/>
        </p:nvSpPr>
        <p:spPr>
          <a:xfrm>
            <a:off x="1261080" y="264276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5" name="CustomShape 5"/>
          <p:cNvSpPr/>
          <p:nvPr/>
        </p:nvSpPr>
        <p:spPr>
          <a:xfrm>
            <a:off x="1261080" y="317124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6" name="CustomShape 6"/>
          <p:cNvSpPr/>
          <p:nvPr/>
        </p:nvSpPr>
        <p:spPr>
          <a:xfrm>
            <a:off x="1261080" y="369936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1277280" y="421668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8" name="CustomShape 8"/>
          <p:cNvSpPr/>
          <p:nvPr/>
        </p:nvSpPr>
        <p:spPr>
          <a:xfrm>
            <a:off x="1261080" y="518148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09" name="CustomShape 9"/>
          <p:cNvSpPr/>
          <p:nvPr/>
        </p:nvSpPr>
        <p:spPr>
          <a:xfrm>
            <a:off x="1261080" y="5709960"/>
            <a:ext cx="187920" cy="26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650" spc="18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65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229400" y="1153080"/>
            <a:ext cx="455292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GSM</a:t>
            </a:r>
            <a:r>
              <a:rPr b="0" lang="en-IN" sz="3600" spc="-80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characteristics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1592640" y="2050920"/>
            <a:ext cx="7423200" cy="397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previous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standard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in cellular communication 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were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restrictive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– global digital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standard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cellular phones  that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offered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roaming</a:t>
            </a:r>
            <a:r>
              <a:rPr b="0" lang="en-IN" sz="24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facility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first named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Groupe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Special Mobile and used in 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Europe;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then usage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extended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to other  continents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operate in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frequency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bands: 900MHz, 1800  MHz, 1900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MHz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provides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voice and data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services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261080" y="29145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14" name="CustomShape 5"/>
          <p:cNvSpPr/>
          <p:nvPr/>
        </p:nvSpPr>
        <p:spPr>
          <a:xfrm>
            <a:off x="1261080" y="37209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15" name="CustomShape 6"/>
          <p:cNvSpPr/>
          <p:nvPr/>
        </p:nvSpPr>
        <p:spPr>
          <a:xfrm>
            <a:off x="1261080" y="48945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16" name="CustomShape 7"/>
          <p:cNvSpPr/>
          <p:nvPr/>
        </p:nvSpPr>
        <p:spPr>
          <a:xfrm>
            <a:off x="1261080" y="570240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438120" y="650160"/>
            <a:ext cx="826704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960" y="792000"/>
            <a:ext cx="9143280" cy="538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229400" y="1031400"/>
            <a:ext cx="48898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r>
              <a:rPr b="0" lang="en-IN" sz="4400" spc="-80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5" strike="noStrike">
                <a:solidFill>
                  <a:srgbClr val="333399"/>
                </a:solidFill>
                <a:latin typeface="DejaVu Sans"/>
              </a:rPr>
              <a:t>Architecture</a:t>
            </a:r>
            <a:endParaRPr b="0" lang="en-IN" sz="4400" spc="-1" strike="noStrike">
              <a:latin typeface="Arial"/>
            </a:endParaRPr>
          </a:p>
        </p:txBody>
      </p:sp>
      <p:grpSp>
        <p:nvGrpSpPr>
          <p:cNvPr id="120" name="Group 2"/>
          <p:cNvGrpSpPr/>
          <p:nvPr/>
        </p:nvGrpSpPr>
        <p:grpSpPr>
          <a:xfrm>
            <a:off x="0" y="0"/>
            <a:ext cx="9070920" cy="6857280"/>
            <a:chOff x="0" y="0"/>
            <a:chExt cx="9070920" cy="6857280"/>
          </a:xfrm>
        </p:grpSpPr>
        <p:sp>
          <p:nvSpPr>
            <p:cNvPr id="121" name="CustomShape 3"/>
            <p:cNvSpPr/>
            <p:nvPr/>
          </p:nvSpPr>
          <p:spPr>
            <a:xfrm>
              <a:off x="1560960" y="2461680"/>
              <a:ext cx="5671080" cy="426996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CustomShape 4"/>
            <p:cNvSpPr/>
            <p:nvPr/>
          </p:nvSpPr>
          <p:spPr>
            <a:xfrm>
              <a:off x="71280" y="1654920"/>
              <a:ext cx="8998560" cy="520236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CustomShape 5"/>
            <p:cNvSpPr/>
            <p:nvPr/>
          </p:nvSpPr>
          <p:spPr>
            <a:xfrm>
              <a:off x="0" y="0"/>
              <a:ext cx="9070920" cy="6828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Components of a cellular</a:t>
            </a:r>
            <a:r>
              <a:rPr b="0" lang="en-IN" sz="3600" spc="-6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phone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(MSU – Mobile 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Subscriber</a:t>
            </a:r>
            <a:r>
              <a:rPr b="0" lang="en-IN" sz="3600" spc="-4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Unit)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1261080" y="191124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1592640" y="1861920"/>
            <a:ext cx="7205400" cy="109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radio transceiver – low power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radio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transmitter and 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receiver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antenna, usually located inside the</a:t>
            </a:r>
            <a:r>
              <a:rPr b="0" lang="en-IN" sz="22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phone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261080" y="265824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CustomShape 5"/>
          <p:cNvSpPr/>
          <p:nvPr/>
        </p:nvSpPr>
        <p:spPr>
          <a:xfrm>
            <a:off x="1261080" y="348120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9" name="CustomShape 6"/>
          <p:cNvSpPr/>
          <p:nvPr/>
        </p:nvSpPr>
        <p:spPr>
          <a:xfrm>
            <a:off x="1592640" y="3430440"/>
            <a:ext cx="7421040" cy="292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control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circuitry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–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formats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data sent to and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from 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BTS;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controls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signal transmission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and</a:t>
            </a:r>
            <a:r>
              <a:rPr b="0" lang="en-IN" sz="22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reception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man-machine interface – consists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from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keypad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 a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display;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managed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by the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control</a:t>
            </a:r>
            <a:r>
              <a:rPr b="0" lang="en-IN" sz="2200" spc="-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circuitry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Subscriber Identity Module (SIM) – integrated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circuit 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card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that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stores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identity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of  subscriber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battery, usually the power unit of the</a:t>
            </a:r>
            <a:r>
              <a:rPr b="0" lang="en-IN" sz="2200" spc="-6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phone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0" name="CustomShape 7"/>
          <p:cNvSpPr/>
          <p:nvPr/>
        </p:nvSpPr>
        <p:spPr>
          <a:xfrm>
            <a:off x="1261080" y="422640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1" name="CustomShape 8"/>
          <p:cNvSpPr/>
          <p:nvPr/>
        </p:nvSpPr>
        <p:spPr>
          <a:xfrm>
            <a:off x="1261080" y="497340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CustomShape 9"/>
          <p:cNvSpPr/>
          <p:nvPr/>
        </p:nvSpPr>
        <p:spPr>
          <a:xfrm>
            <a:off x="1261080" y="605412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grpSp>
        <p:nvGrpSpPr>
          <p:cNvPr id="133" name="Group 10"/>
          <p:cNvGrpSpPr/>
          <p:nvPr/>
        </p:nvGrpSpPr>
        <p:grpSpPr>
          <a:xfrm>
            <a:off x="152280" y="1828800"/>
            <a:ext cx="914040" cy="2209320"/>
            <a:chOff x="152280" y="1828800"/>
            <a:chExt cx="914040" cy="2209320"/>
          </a:xfrm>
        </p:grpSpPr>
        <p:sp>
          <p:nvSpPr>
            <p:cNvPr id="134" name="CustomShape 11"/>
            <p:cNvSpPr/>
            <p:nvPr/>
          </p:nvSpPr>
          <p:spPr>
            <a:xfrm>
              <a:off x="152280" y="1828800"/>
              <a:ext cx="837360" cy="83736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CustomShape 12"/>
            <p:cNvSpPr/>
            <p:nvPr/>
          </p:nvSpPr>
          <p:spPr>
            <a:xfrm>
              <a:off x="228600" y="2590920"/>
              <a:ext cx="761400" cy="73080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CustomShape 13"/>
            <p:cNvSpPr/>
            <p:nvPr/>
          </p:nvSpPr>
          <p:spPr>
            <a:xfrm>
              <a:off x="304920" y="3300840"/>
              <a:ext cx="761400" cy="73728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7" name="CustomShape 14"/>
          <p:cNvSpPr/>
          <p:nvPr/>
        </p:nvSpPr>
        <p:spPr>
          <a:xfrm>
            <a:off x="420480" y="4191120"/>
            <a:ext cx="453600" cy="83736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CustomShape 15"/>
          <p:cNvSpPr/>
          <p:nvPr/>
        </p:nvSpPr>
        <p:spPr>
          <a:xfrm>
            <a:off x="228600" y="5240880"/>
            <a:ext cx="837360" cy="541080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16"/>
          <p:cNvSpPr/>
          <p:nvPr/>
        </p:nvSpPr>
        <p:spPr>
          <a:xfrm>
            <a:off x="152280" y="6114960"/>
            <a:ext cx="970920" cy="608760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Subscriber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Identity Module (SIM)  </a:t>
            </a:r>
            <a:r>
              <a:rPr b="0" lang="en-IN" sz="3600" spc="-21" strike="noStrike">
                <a:solidFill>
                  <a:srgbClr val="333399"/>
                </a:solidFill>
                <a:latin typeface="DejaVu Sans"/>
              </a:rPr>
              <a:t>card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069200" y="19177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1400760" y="1861920"/>
            <a:ext cx="7421760" cy="235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 algn="just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SIM – a memory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card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(integrated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circuit)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holding  identity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information,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phone book</a:t>
            </a:r>
            <a:r>
              <a:rPr b="0" lang="en-IN" sz="2400" spc="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etc.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system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support SIM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cards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other systems,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like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CDMA do not support SIM 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cards,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but have something similar called </a:t>
            </a:r>
            <a:r>
              <a:rPr b="0" lang="en-IN" sz="2400" spc="-35" strike="noStrike">
                <a:solidFill>
                  <a:srgbClr val="000000"/>
                </a:solidFill>
                <a:latin typeface="DejaVu Sans"/>
                <a:ea typeface="DejaVu Sans"/>
              </a:rPr>
              <a:t>Re-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Usable Identification Module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(RUIM)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1069200" y="27255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1069200" y="31672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1229400" y="650160"/>
            <a:ext cx="72032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International Mobile Equipment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Identity</a:t>
            </a:r>
            <a:r>
              <a:rPr b="0" lang="en-IN" sz="3600" spc="1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(IMEI)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600" spc="-41" strike="noStrike">
                <a:solidFill>
                  <a:srgbClr val="333399"/>
                </a:solidFill>
                <a:latin typeface="DejaVu Sans"/>
              </a:rPr>
              <a:t>key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1069200" y="19177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1400760" y="1861920"/>
            <a:ext cx="7445880" cy="463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IMEI – a unique 15 digit number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identifying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each  phone, is incorporated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in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cellular phone by  the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manufacturer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IMEI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ex.: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994456245689001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when a phone tries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to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access a network, the 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provider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verifies its IMEI with a database  of stolen phone numbers;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if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it is found in the  database, the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provider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denies the  connection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IMEI is located on a white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sticker/label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under  the battery, but it can also be displayed by  typing *#06# on the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phone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1069200" y="3091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49" name="CustomShape 5"/>
          <p:cNvSpPr/>
          <p:nvPr/>
        </p:nvSpPr>
        <p:spPr>
          <a:xfrm>
            <a:off x="1069200" y="353304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50" name="CustomShape 6"/>
          <p:cNvSpPr/>
          <p:nvPr/>
        </p:nvSpPr>
        <p:spPr>
          <a:xfrm>
            <a:off x="1069200" y="54381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1229400" y="1066680"/>
            <a:ext cx="25038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7" strike="noStrike">
                <a:solidFill>
                  <a:srgbClr val="333399"/>
                </a:solidFill>
                <a:latin typeface="DejaVu Sans"/>
              </a:rPr>
              <a:t>I</a:t>
            </a:r>
            <a:r>
              <a:rPr b="0" lang="en-IN" sz="4400" spc="1" strike="noStrike">
                <a:solidFill>
                  <a:srgbClr val="333399"/>
                </a:solidFill>
                <a:latin typeface="DejaVu Sans"/>
              </a:rPr>
              <a:t>M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EI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53" name="CustomShape 3"/>
          <p:cNvSpPr/>
          <p:nvPr/>
        </p:nvSpPr>
        <p:spPr>
          <a:xfrm>
            <a:off x="1592640" y="2050920"/>
            <a:ext cx="6964560" cy="316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 3-digit </a:t>
            </a:r>
            <a:r>
              <a:rPr b="0" lang="en-IN" sz="2400" spc="-94" strike="noStrike">
                <a:solidFill>
                  <a:srgbClr val="000000"/>
                </a:solidFill>
                <a:latin typeface="DejaVu Sans"/>
                <a:ea typeface="DejaVu Sans"/>
              </a:rPr>
              <a:t>Type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Approval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Code </a:t>
            </a:r>
            <a:r>
              <a:rPr b="0" lang="en-IN" sz="2400" spc="-41" strike="noStrike">
                <a:solidFill>
                  <a:srgbClr val="000000"/>
                </a:solidFill>
                <a:latin typeface="DejaVu Sans"/>
                <a:ea typeface="DejaVu Sans"/>
              </a:rPr>
              <a:t>(TAC).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 is  given to the unit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after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it passes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conformance  tests.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 1 or 2-digit </a:t>
            </a:r>
            <a:r>
              <a:rPr b="0" lang="en-IN" sz="2400" spc="-35" strike="noStrike">
                <a:solidFill>
                  <a:srgbClr val="000000"/>
                </a:solidFill>
                <a:latin typeface="DejaVu Sans"/>
                <a:ea typeface="DejaVu Sans"/>
              </a:rPr>
              <a:t>Final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Assembly Code </a:t>
            </a:r>
            <a:r>
              <a:rPr b="0" lang="en-IN" sz="2400" spc="-46" strike="noStrike">
                <a:solidFill>
                  <a:srgbClr val="000000"/>
                </a:solidFill>
                <a:latin typeface="DejaVu Sans"/>
                <a:ea typeface="DejaVu Sans"/>
              </a:rPr>
              <a:t>(FAC).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  identifies the place of final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manufacture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or  assembly of the MS</a:t>
            </a:r>
            <a:r>
              <a:rPr b="0" lang="en-IN" sz="24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unit.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MS unit serial</a:t>
            </a:r>
            <a:r>
              <a:rPr b="0" lang="en-IN" sz="24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  <a:ea typeface="DejaVu Sans"/>
              </a:rPr>
              <a:t>number.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1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spare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digit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reserved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future</a:t>
            </a:r>
            <a:r>
              <a:rPr b="0" lang="en-IN" sz="24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assignment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4" name="CustomShape 4"/>
          <p:cNvSpPr/>
          <p:nvPr/>
        </p:nvSpPr>
        <p:spPr>
          <a:xfrm>
            <a:off x="1261080" y="328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55" name="CustomShape 5"/>
          <p:cNvSpPr/>
          <p:nvPr/>
        </p:nvSpPr>
        <p:spPr>
          <a:xfrm>
            <a:off x="1261080" y="44539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56" name="CustomShape 6"/>
          <p:cNvSpPr/>
          <p:nvPr/>
        </p:nvSpPr>
        <p:spPr>
          <a:xfrm>
            <a:off x="1261080" y="48945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229400" y="705960"/>
            <a:ext cx="76852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International Mobile Subscriber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Identity</a:t>
            </a:r>
            <a:r>
              <a:rPr b="0" lang="en-IN" sz="3600" spc="7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(IMSI)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600" spc="-41" strike="noStrike">
                <a:solidFill>
                  <a:srgbClr val="333399"/>
                </a:solidFill>
                <a:latin typeface="DejaVu Sans"/>
              </a:rPr>
              <a:t>key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59" name="CustomShape 3"/>
          <p:cNvSpPr/>
          <p:nvPr/>
        </p:nvSpPr>
        <p:spPr>
          <a:xfrm>
            <a:off x="1400760" y="1709280"/>
            <a:ext cx="7594560" cy="424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54240" bIns="0"/>
          <a:p>
            <a:pPr marL="20376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IMSI – a 15-digit unique number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provided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by the 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provider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and incorporated in the SIM 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card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which identifies the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subscriber</a:t>
            </a:r>
            <a:endParaRPr b="0" lang="en-IN" sz="2400" spc="-1" strike="noStrike">
              <a:latin typeface="Arial"/>
            </a:endParaRPr>
          </a:p>
          <a:p>
            <a:pPr marL="20376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IMSI enables a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provider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to link a phone  number with a subscriber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0" name="CustomShape 4"/>
          <p:cNvSpPr/>
          <p:nvPr/>
        </p:nvSpPr>
        <p:spPr>
          <a:xfrm>
            <a:off x="1261080" y="328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1229400" y="1031400"/>
            <a:ext cx="31132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7" strike="noStrike">
                <a:solidFill>
                  <a:srgbClr val="333399"/>
                </a:solidFill>
                <a:latin typeface="DejaVu Sans"/>
              </a:rPr>
              <a:t>I</a:t>
            </a:r>
            <a:r>
              <a:rPr b="0" lang="en-IN" sz="4400" spc="1" strike="noStrike">
                <a:solidFill>
                  <a:srgbClr val="333399"/>
                </a:solidFill>
                <a:latin typeface="DejaVu Sans"/>
              </a:rPr>
              <a:t>M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SI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63" name="CustomShape 3"/>
          <p:cNvSpPr/>
          <p:nvPr/>
        </p:nvSpPr>
        <p:spPr>
          <a:xfrm>
            <a:off x="1592640" y="2050920"/>
            <a:ext cx="7107480" cy="309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 3-digit Mobile Country Code (MCC). This  identifies the country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where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GSM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system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operates.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 2-digit Mobile Network Code (MNC). This  uniquely identifies each cellular</a:t>
            </a:r>
            <a:r>
              <a:rPr b="0" lang="en-IN" sz="24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  <a:ea typeface="DejaVu Sans"/>
              </a:rPr>
              <a:t>provider.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Mobile Subscriber Identification Code  (MSIC). This uniquely identifies each customer  of the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35" strike="noStrike">
                <a:solidFill>
                  <a:srgbClr val="000000"/>
                </a:solidFill>
                <a:latin typeface="DejaVu Sans"/>
                <a:ea typeface="DejaVu Sans"/>
              </a:rPr>
              <a:t>provider.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4" name="CustomShape 4"/>
          <p:cNvSpPr/>
          <p:nvPr/>
        </p:nvSpPr>
        <p:spPr>
          <a:xfrm>
            <a:off x="1261080" y="328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65" name="CustomShape 5"/>
          <p:cNvSpPr/>
          <p:nvPr/>
        </p:nvSpPr>
        <p:spPr>
          <a:xfrm>
            <a:off x="1261080" y="40881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1229400" y="1031400"/>
            <a:ext cx="7228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IMEI and IMSI</a:t>
            </a:r>
            <a:r>
              <a:rPr b="0" lang="en-IN" sz="4400" spc="-100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9" strike="noStrike">
                <a:solidFill>
                  <a:srgbClr val="333399"/>
                </a:solidFill>
                <a:latin typeface="DejaVu Sans"/>
              </a:rPr>
              <a:t>structure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747720" y="2513520"/>
            <a:ext cx="7463160" cy="56844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3"/>
          <p:cNvSpPr/>
          <p:nvPr/>
        </p:nvSpPr>
        <p:spPr>
          <a:xfrm>
            <a:off x="504720" y="4799160"/>
            <a:ext cx="7785000" cy="6508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4"/>
          <p:cNvSpPr/>
          <p:nvPr/>
        </p:nvSpPr>
        <p:spPr>
          <a:xfrm>
            <a:off x="3985920" y="3593160"/>
            <a:ext cx="1332720" cy="1634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5"/>
          <p:cNvSpPr/>
          <p:nvPr/>
        </p:nvSpPr>
        <p:spPr>
          <a:xfrm>
            <a:off x="4118040" y="5701320"/>
            <a:ext cx="1400400" cy="18396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229400" y="650160"/>
            <a:ext cx="666432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69" strike="noStrike">
                <a:solidFill>
                  <a:srgbClr val="333399"/>
                </a:solidFill>
                <a:latin typeface="DejaVu Sans"/>
              </a:rPr>
              <a:t>Temporary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Mobile 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Subscriber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Identity</a:t>
            </a:r>
            <a:r>
              <a:rPr b="0" lang="en-IN" sz="3600" spc="7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(TMSI)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600" spc="-41" strike="noStrike">
                <a:solidFill>
                  <a:srgbClr val="333399"/>
                </a:solidFill>
                <a:latin typeface="DejaVu Sans"/>
              </a:rPr>
              <a:t>key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3" name="CustomShape 3"/>
          <p:cNvSpPr/>
          <p:nvPr/>
        </p:nvSpPr>
        <p:spPr>
          <a:xfrm>
            <a:off x="1592640" y="2050920"/>
            <a:ext cx="7444080" cy="353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TMSI – is a temporary number, shorter than the  IMSI, assigned by the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provider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to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 phone on a temporary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basis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TMSI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  <a:ea typeface="DejaVu Sans"/>
              </a:rPr>
              <a:t>key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identifies the phone and its owner in  the cell it is located; when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the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phone moves to  a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different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cell it gets a new TMSI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key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as TMSI 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keys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shorter than IMSI 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keys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they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are 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more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efficient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to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send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TMSI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  <a:ea typeface="DejaVu Sans"/>
              </a:rPr>
              <a:t>key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used for securing GSM</a:t>
            </a:r>
            <a:r>
              <a:rPr b="0" lang="en-IN" sz="2400" spc="6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networks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4" name="CustomShape 4"/>
          <p:cNvSpPr/>
          <p:nvPr/>
        </p:nvSpPr>
        <p:spPr>
          <a:xfrm>
            <a:off x="1261080" y="328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5" name="CustomShape 5"/>
          <p:cNvSpPr/>
          <p:nvPr/>
        </p:nvSpPr>
        <p:spPr>
          <a:xfrm>
            <a:off x="1261080" y="44524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6" name="CustomShape 6"/>
          <p:cNvSpPr/>
          <p:nvPr/>
        </p:nvSpPr>
        <p:spPr>
          <a:xfrm>
            <a:off x="1261080" y="526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229400" y="1153080"/>
            <a:ext cx="73382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Ce</a:t>
            </a:r>
            <a:r>
              <a:rPr b="0" lang="en-IN" sz="3600" spc="-9" strike="noStrike">
                <a:solidFill>
                  <a:srgbClr val="333399"/>
                </a:solidFill>
                <a:latin typeface="DejaVu Sans"/>
              </a:rPr>
              <a:t>l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lu</a:t>
            </a:r>
            <a:r>
              <a:rPr b="0" lang="en-IN" sz="3600" spc="-9" strike="noStrike">
                <a:solidFill>
                  <a:srgbClr val="333399"/>
                </a:solidFill>
                <a:latin typeface="DejaVu Sans"/>
              </a:rPr>
              <a:t>l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ar netw</a:t>
            </a:r>
            <a:r>
              <a:rPr b="0" lang="en-IN" sz="3600" spc="1" strike="noStrike">
                <a:solidFill>
                  <a:srgbClr val="333399"/>
                </a:solidFill>
                <a:latin typeface="DejaVu Sans"/>
              </a:rPr>
              <a:t>o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rk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com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p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onents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993240" y="191268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9" name="CustomShape 3"/>
          <p:cNvSpPr/>
          <p:nvPr/>
        </p:nvSpPr>
        <p:spPr>
          <a:xfrm>
            <a:off x="1324440" y="1861920"/>
            <a:ext cx="7717680" cy="450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BTS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(Base </a:t>
            </a: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Transceiver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Station) – main component of a  cell and it connects the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subscribers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to the cellular  network; for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transmission/reception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of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it  uses several antennas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spread across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</a:t>
            </a:r>
            <a:r>
              <a:rPr b="0" lang="en-IN" sz="2200" spc="-4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cell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BSC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(Basic Station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Controller)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– it is an interface  between BTSs and it is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linked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to BTSs by cable or 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microwave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links; it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routes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calls between BTSs; it is also  connected to the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MSC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99000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MSC (Mobile Switching Center) – the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coordinator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of a  cellular network, it is connected to several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BSCs,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it 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routes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calls between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BSCs;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links the cellular network  with other networks </a:t>
            </a:r>
            <a:r>
              <a:rPr b="0" lang="en-IN" sz="2200" spc="-21" strike="noStrike">
                <a:solidFill>
                  <a:srgbClr val="000000"/>
                </a:solidFill>
                <a:latin typeface="DejaVu Sans"/>
                <a:ea typeface="DejaVu Sans"/>
              </a:rPr>
              <a:t>like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PSTN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through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fiber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optics, 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microwave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or copper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cable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0" name="CustomShape 4"/>
          <p:cNvSpPr/>
          <p:nvPr/>
        </p:nvSpPr>
        <p:spPr>
          <a:xfrm>
            <a:off x="993240" y="332856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CustomShape 5"/>
          <p:cNvSpPr/>
          <p:nvPr/>
        </p:nvSpPr>
        <p:spPr>
          <a:xfrm>
            <a:off x="993240" y="474588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1229400" y="1031400"/>
            <a:ext cx="7228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Base Station</a:t>
            </a:r>
            <a:r>
              <a:rPr b="0" lang="en-IN" sz="4400" spc="-46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Subsystem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1261080" y="2109600"/>
            <a:ext cx="8388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" strike="noStrike">
                <a:solidFill>
                  <a:srgbClr val="3333cc"/>
                </a:solidFill>
                <a:latin typeface="Arial"/>
                <a:ea typeface="DejaVu Sans"/>
              </a:rPr>
              <a:t>•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CustomShape 3"/>
          <p:cNvSpPr/>
          <p:nvPr/>
        </p:nvSpPr>
        <p:spPr>
          <a:xfrm>
            <a:off x="1592640" y="2050920"/>
            <a:ext cx="6351840" cy="34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Transcoding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Rate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Adaptation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Unit</a:t>
            </a:r>
            <a:r>
              <a:rPr b="0" lang="en-IN" sz="2200" spc="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21" strike="noStrike">
                <a:solidFill>
                  <a:srgbClr val="000000"/>
                </a:solidFill>
                <a:latin typeface="DejaVu Sans"/>
                <a:ea typeface="DejaVu Sans"/>
              </a:rPr>
              <a:t>(TRAU)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5" name="CustomShape 4"/>
          <p:cNvSpPr/>
          <p:nvPr/>
        </p:nvSpPr>
        <p:spPr>
          <a:xfrm>
            <a:off x="1718280" y="244980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CustomShape 5"/>
          <p:cNvSpPr/>
          <p:nvPr/>
        </p:nvSpPr>
        <p:spPr>
          <a:xfrm>
            <a:off x="1992600" y="2388960"/>
            <a:ext cx="6334200" cy="79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4160" bIns="0"/>
          <a:p>
            <a:pPr marL="12600">
              <a:lnSpc>
                <a:spcPct val="79000"/>
              </a:lnSpc>
              <a:spcBef>
                <a:spcPts val="584"/>
              </a:spcBef>
            </a:pPr>
            <a:r>
              <a:rPr b="0" lang="en-IN" sz="2000" spc="-9" strike="noStrike">
                <a:solidFill>
                  <a:srgbClr val="000000"/>
                </a:solidFill>
                <a:latin typeface="DejaVu Sans"/>
                <a:ea typeface="DejaVu Sans"/>
              </a:rPr>
              <a:t>Performs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coding between the 64kbps PCM coding  used in the backbone network and the 13 kbps  coding used for the Mobile Station</a:t>
            </a:r>
            <a:r>
              <a:rPr b="0" lang="en-IN" sz="2000" spc="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(MS)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7" name="CustomShape 6"/>
          <p:cNvSpPr/>
          <p:nvPr/>
        </p:nvSpPr>
        <p:spPr>
          <a:xfrm>
            <a:off x="1261080" y="3241080"/>
            <a:ext cx="8388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" strike="noStrike">
                <a:solidFill>
                  <a:srgbClr val="3333cc"/>
                </a:solidFill>
                <a:latin typeface="Arial"/>
                <a:ea typeface="DejaVu Sans"/>
              </a:rPr>
              <a:t>•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CustomShape 7"/>
          <p:cNvSpPr/>
          <p:nvPr/>
        </p:nvSpPr>
        <p:spPr>
          <a:xfrm>
            <a:off x="1592640" y="3182760"/>
            <a:ext cx="5798160" cy="34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Base Station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Controller</a:t>
            </a:r>
            <a:r>
              <a:rPr b="0" lang="en-IN" sz="2200" spc="-8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(BSC)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9" name="CustomShape 8"/>
          <p:cNvSpPr/>
          <p:nvPr/>
        </p:nvSpPr>
        <p:spPr>
          <a:xfrm>
            <a:off x="1718280" y="358128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0" name="CustomShape 9"/>
          <p:cNvSpPr/>
          <p:nvPr/>
        </p:nvSpPr>
        <p:spPr>
          <a:xfrm>
            <a:off x="1992600" y="3520440"/>
            <a:ext cx="6616080" cy="141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3800" bIns="0"/>
          <a:p>
            <a:pPr marL="12600">
              <a:lnSpc>
                <a:spcPct val="80000"/>
              </a:lnSpc>
              <a:spcBef>
                <a:spcPts val="581"/>
              </a:spcBef>
            </a:pP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Controls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channel (time slot) allocation  implemented by the</a:t>
            </a:r>
            <a:r>
              <a:rPr b="0" lang="en-IN" sz="20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BTSes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Manages the handovers within </a:t>
            </a:r>
            <a:r>
              <a:rPr b="0" lang="en-IN" sz="2000" spc="-9" strike="noStrike">
                <a:solidFill>
                  <a:srgbClr val="000000"/>
                </a:solidFill>
                <a:latin typeface="DejaVu Sans"/>
                <a:ea typeface="DejaVu Sans"/>
              </a:rPr>
              <a:t>BSS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9" strike="noStrike">
                <a:solidFill>
                  <a:srgbClr val="000000"/>
                </a:solidFill>
                <a:latin typeface="DejaVu Sans"/>
                <a:ea typeface="DejaVu Sans"/>
              </a:rPr>
              <a:t>area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79000"/>
              </a:lnSpc>
              <a:spcBef>
                <a:spcPts val="510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Knows which mobile stations </a:t>
            </a:r>
            <a:r>
              <a:rPr b="0" lang="en-IN" sz="2000" spc="-15" strike="noStrike">
                <a:solidFill>
                  <a:srgbClr val="000000"/>
                </a:solidFill>
                <a:latin typeface="DejaVu Sans"/>
                <a:ea typeface="DejaVu Sans"/>
              </a:rPr>
              <a:t>are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within the cell and 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informs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MSC/VLR about</a:t>
            </a:r>
            <a:r>
              <a:rPr b="0" lang="en-IN" sz="20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1" name="CustomShape 10"/>
          <p:cNvSpPr/>
          <p:nvPr/>
        </p:nvSpPr>
        <p:spPr>
          <a:xfrm>
            <a:off x="1718280" y="413244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2" name="CustomShape 11"/>
          <p:cNvSpPr/>
          <p:nvPr/>
        </p:nvSpPr>
        <p:spPr>
          <a:xfrm>
            <a:off x="1718280" y="443988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CustomShape 12"/>
          <p:cNvSpPr/>
          <p:nvPr/>
        </p:nvSpPr>
        <p:spPr>
          <a:xfrm>
            <a:off x="1261080" y="4987440"/>
            <a:ext cx="8388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" strike="noStrike">
                <a:solidFill>
                  <a:srgbClr val="3333cc"/>
                </a:solidFill>
                <a:latin typeface="Arial"/>
                <a:ea typeface="DejaVu Sans"/>
              </a:rPr>
              <a:t>•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CustomShape 13"/>
          <p:cNvSpPr/>
          <p:nvPr/>
        </p:nvSpPr>
        <p:spPr>
          <a:xfrm>
            <a:off x="1592640" y="4928760"/>
            <a:ext cx="4355280" cy="34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Base </a:t>
            </a: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Transceiver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System</a:t>
            </a:r>
            <a:r>
              <a:rPr b="0" lang="en-IN" sz="22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(BTS)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5" name="CustomShape 14"/>
          <p:cNvSpPr/>
          <p:nvPr/>
        </p:nvSpPr>
        <p:spPr>
          <a:xfrm>
            <a:off x="1718280" y="532764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CustomShape 15"/>
          <p:cNvSpPr/>
          <p:nvPr/>
        </p:nvSpPr>
        <p:spPr>
          <a:xfrm>
            <a:off x="1992600" y="5266800"/>
            <a:ext cx="6227280" cy="868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Controls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several transmitters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80000"/>
              </a:lnSpc>
              <a:spcBef>
                <a:spcPts val="499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Each transmitter has 8 time slots, some used for  signaling, on a specific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frequency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7" name="CustomShape 16"/>
          <p:cNvSpPr/>
          <p:nvPr/>
        </p:nvSpPr>
        <p:spPr>
          <a:xfrm>
            <a:off x="1718280" y="5635080"/>
            <a:ext cx="10296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ff0000"/>
                </a:solidFill>
                <a:latin typeface="Arial"/>
                <a:ea typeface="DejaVu Sans"/>
              </a:rPr>
              <a:t>–</a:t>
            </a:r>
            <a:endParaRPr b="0" lang="en-IN" sz="11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1229400" y="1214280"/>
            <a:ext cx="760896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Network and Switching</a:t>
            </a:r>
            <a:r>
              <a:rPr b="0" lang="en-IN" sz="3200" spc="-6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Subsystem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632520" y="202824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CustomShape 3"/>
          <p:cNvSpPr/>
          <p:nvPr/>
        </p:nvSpPr>
        <p:spPr>
          <a:xfrm>
            <a:off x="964080" y="1977480"/>
            <a:ext cx="7315200" cy="258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9920" bIns="0"/>
          <a:p>
            <a:pPr marL="12600">
              <a:lnSpc>
                <a:spcPct val="79000"/>
              </a:lnSpc>
              <a:spcBef>
                <a:spcPts val="62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backbone of a GSM network is a telephone  network with additional cellular network</a:t>
            </a:r>
            <a:r>
              <a:rPr b="0" lang="en-IN" sz="2200" spc="-60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capabilities</a:t>
            </a:r>
            <a:endParaRPr b="0" lang="en-IN" sz="2200" spc="-1" strike="noStrike">
              <a:latin typeface="Arial"/>
            </a:endParaRPr>
          </a:p>
          <a:p>
            <a:pPr marL="416520" indent="-2779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Liberation Serif"/>
              <a:buChar char="–"/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Mobile Switching Center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(MSC)</a:t>
            </a:r>
            <a:endParaRPr b="0" lang="en-IN" sz="2200" spc="-1" strike="noStrike">
              <a:latin typeface="Arial"/>
            </a:endParaRPr>
          </a:p>
          <a:p>
            <a:pPr marL="416520" indent="-277920">
              <a:lnSpc>
                <a:spcPct val="100000"/>
              </a:lnSpc>
              <a:spcBef>
                <a:spcPts val="71"/>
              </a:spcBef>
              <a:buClr>
                <a:srgbClr val="000000"/>
              </a:buClr>
              <a:buFont typeface="Liberation Serif"/>
              <a:buChar char="–"/>
            </a:pPr>
            <a:r>
              <a:rPr b="0" lang="en-IN" sz="2000" spc="-9" strike="noStrike">
                <a:solidFill>
                  <a:srgbClr val="000000"/>
                </a:solidFill>
                <a:latin typeface="DejaVu Sans"/>
                <a:ea typeface="DejaVu Sans"/>
              </a:rPr>
              <a:t>Visitor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Location </a:t>
            </a:r>
            <a:r>
              <a:rPr b="0" lang="en-IN" sz="2000" spc="-9" strike="noStrike">
                <a:solidFill>
                  <a:srgbClr val="000000"/>
                </a:solidFill>
                <a:latin typeface="DejaVu Sans"/>
                <a:ea typeface="DejaVu Sans"/>
              </a:rPr>
              <a:t>Register</a:t>
            </a:r>
            <a:r>
              <a:rPr b="0" lang="en-IN" sz="2000" spc="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(VLR)</a:t>
            </a:r>
            <a:endParaRPr b="0" lang="en-IN" sz="2000" spc="-1" strike="noStrike">
              <a:latin typeface="Arial"/>
            </a:endParaRPr>
          </a:p>
          <a:p>
            <a:pPr marL="416520" indent="-2779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Liberation Serif"/>
              <a:buChar char="–"/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Gateway Mobile Switching Center</a:t>
            </a:r>
            <a:r>
              <a:rPr b="0" lang="en-IN" sz="22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(GMSC)</a:t>
            </a:r>
            <a:endParaRPr b="0" lang="en-IN" sz="2200" spc="-1" strike="noStrike">
              <a:latin typeface="Arial"/>
            </a:endParaRPr>
          </a:p>
          <a:p>
            <a:pPr lvl="1" marL="816480" indent="-22104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Liberation Serif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Links the system to PSTN and other</a:t>
            </a:r>
            <a:r>
              <a:rPr b="0" lang="en-IN" sz="20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operators</a:t>
            </a:r>
            <a:endParaRPr b="0" lang="en-IN" sz="2000" spc="-1" strike="noStrike">
              <a:latin typeface="Arial"/>
            </a:endParaRPr>
          </a:p>
          <a:p>
            <a:pPr marL="416520" indent="-2779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Liberation Serif"/>
              <a:buChar char="–"/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Home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Location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Register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(HLR)</a:t>
            </a:r>
            <a:endParaRPr b="0" lang="en-IN" sz="2200" spc="-1" strike="noStrike">
              <a:latin typeface="Arial"/>
            </a:endParaRPr>
          </a:p>
          <a:p>
            <a:pPr marL="416520" indent="-27792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Liberation Serif"/>
              <a:buChar char="–"/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Equipment Identity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Register</a:t>
            </a: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(EIR)</a:t>
            </a:r>
            <a:endParaRPr b="0" lang="en-IN" sz="22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229400" y="1153080"/>
            <a:ext cx="29728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HLR and</a:t>
            </a:r>
            <a:r>
              <a:rPr b="0" lang="en-IN" sz="3600" spc="-92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VLR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1069200" y="1903680"/>
            <a:ext cx="129600" cy="17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050" spc="120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1400760" y="1785600"/>
            <a:ext cx="7369560" cy="194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/>
          <a:p>
            <a:pPr marL="12600">
              <a:lnSpc>
                <a:spcPct val="100000"/>
              </a:lnSpc>
              <a:spcBef>
                <a:spcPts val="700"/>
              </a:spcBef>
            </a:pPr>
            <a:r>
              <a:rPr b="0" lang="en-IN" sz="18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DejaVu Sans"/>
                <a:ea typeface="DejaVu Sans"/>
              </a:rPr>
              <a:t>Home </a:t>
            </a:r>
            <a:r>
              <a:rPr b="0" lang="en-IN" sz="1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DejaVu Sans"/>
                <a:ea typeface="DejaVu Sans"/>
              </a:rPr>
              <a:t>Location </a:t>
            </a:r>
            <a:r>
              <a:rPr b="0" lang="en-IN" sz="1800" spc="-9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DejaVu Sans"/>
                <a:ea typeface="DejaVu Sans"/>
              </a:rPr>
              <a:t>Register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(HLR)</a:t>
            </a:r>
            <a:r>
              <a:rPr b="0" lang="en-IN" sz="1800" spc="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-</a:t>
            </a:r>
            <a:endParaRPr b="0" lang="en-IN" sz="1800" spc="-1" strike="noStrike">
              <a:latin typeface="Arial"/>
            </a:endParaRPr>
          </a:p>
          <a:p>
            <a:pPr marL="416520" indent="-277560">
              <a:lnSpc>
                <a:spcPct val="100000"/>
              </a:lnSpc>
              <a:spcBef>
                <a:spcPts val="601"/>
              </a:spcBef>
            </a:pPr>
            <a:r>
              <a:rPr b="0" lang="en-IN" sz="2700" spc="-1" strike="noStrike" baseline="3000">
                <a:solidFill>
                  <a:srgbClr val="000000"/>
                </a:solidFill>
                <a:latin typeface="Times New Roman"/>
                <a:ea typeface="DejaVu Sans"/>
              </a:rPr>
              <a:t>–</a:t>
            </a:r>
            <a:r>
              <a:rPr b="0" lang="en-IN" sz="2700" spc="-1" strike="noStrike" baseline="3000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is a database maintained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by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service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provider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containing 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permanent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 about each subscriber (i.e. location, activity  status, account status, call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forwarding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preference,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caller  identification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preference,Contain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subscriber information,  authentication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 Authentication Center</a:t>
            </a:r>
            <a:r>
              <a:rPr b="0" lang="en-IN" sz="1800" spc="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7" strike="noStrike">
                <a:solidFill>
                  <a:srgbClr val="000000"/>
                </a:solidFill>
                <a:latin typeface="DejaVu Sans"/>
                <a:ea typeface="DejaVu Sans"/>
              </a:rPr>
              <a:t>(AuC))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4" name="CustomShape 4"/>
          <p:cNvSpPr/>
          <p:nvPr/>
        </p:nvSpPr>
        <p:spPr>
          <a:xfrm>
            <a:off x="1069200" y="3701880"/>
            <a:ext cx="129600" cy="17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050" spc="120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5" name="CustomShape 5"/>
          <p:cNvSpPr/>
          <p:nvPr/>
        </p:nvSpPr>
        <p:spPr>
          <a:xfrm>
            <a:off x="1400760" y="3660120"/>
            <a:ext cx="368532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DejaVu Sans"/>
                <a:ea typeface="DejaVu Sans"/>
              </a:rPr>
              <a:t>Visitor Location </a:t>
            </a:r>
            <a:r>
              <a:rPr b="0" lang="en-IN" sz="1800" spc="-9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DejaVu Sans"/>
                <a:ea typeface="DejaVu Sans"/>
              </a:rPr>
              <a:t>Register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(VLR)</a:t>
            </a:r>
            <a:r>
              <a:rPr b="0" lang="en-IN" sz="1800" spc="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CustomShape 6"/>
          <p:cNvSpPr/>
          <p:nvPr/>
        </p:nvSpPr>
        <p:spPr>
          <a:xfrm>
            <a:off x="1526400" y="3925800"/>
            <a:ext cx="138960" cy="69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160" bIns="0"/>
          <a:p>
            <a:pPr marL="12600">
              <a:lnSpc>
                <a:spcPct val="100000"/>
              </a:lnSpc>
              <a:spcBef>
                <a:spcPts val="655"/>
              </a:spcBef>
            </a:pPr>
            <a:r>
              <a:rPr b="0" lang="en-IN" sz="17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–</a:t>
            </a:r>
            <a:endParaRPr b="0" lang="en-IN" sz="17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CustomShape 7"/>
          <p:cNvSpPr/>
          <p:nvPr/>
        </p:nvSpPr>
        <p:spPr>
          <a:xfrm>
            <a:off x="1804680" y="3939840"/>
            <a:ext cx="7129080" cy="151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160" bIns="0"/>
          <a:p>
            <a:pPr marL="12600">
              <a:lnSpc>
                <a:spcPct val="100000"/>
              </a:lnSpc>
              <a:spcBef>
                <a:spcPts val="655"/>
              </a:spcBef>
            </a:pPr>
            <a:r>
              <a:rPr b="0" lang="en-IN" sz="1700" spc="-1" strike="noStrike">
                <a:solidFill>
                  <a:srgbClr val="000000"/>
                </a:solidFill>
                <a:latin typeface="DejaVu Sans"/>
                <a:ea typeface="DejaVu Sans"/>
              </a:rPr>
              <a:t>Contains the location of the active Mobile Stations</a:t>
            </a:r>
            <a:endParaRPr b="0" lang="en-IN" sz="1700" spc="-1" strike="noStrike">
              <a:latin typeface="Arial"/>
            </a:endParaRPr>
          </a:p>
          <a:p>
            <a:pPr marL="12600" indent="72360">
              <a:lnSpc>
                <a:spcPct val="100000"/>
              </a:lnSpc>
              <a:spcBef>
                <a:spcPts val="590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database that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stores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temporary data about a subscriber; it is  </a:t>
            </a:r>
            <a:r>
              <a:rPr b="0" lang="en-IN" sz="1800" spc="-21" strike="noStrike">
                <a:solidFill>
                  <a:srgbClr val="000000"/>
                </a:solidFill>
                <a:latin typeface="DejaVu Sans"/>
                <a:ea typeface="DejaVu Sans"/>
              </a:rPr>
              <a:t>kept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 the MSC of the of the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area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subscriber is located in;  when the subscriber moves to a new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area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new MSC 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requests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 VLR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from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HLR of the old MSC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GSM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Mobile Switching</a:t>
            </a:r>
            <a:r>
              <a:rPr b="0" lang="en-IN" sz="3600" spc="-80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Center  (MSC)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612000" y="184140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943560" y="1785600"/>
            <a:ext cx="7133040" cy="37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is a switching center of the GSM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network;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943560" y="2151360"/>
            <a:ext cx="6370920" cy="37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coordinates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BSCs linked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to</a:t>
            </a:r>
            <a:r>
              <a:rPr b="0" lang="en-IN" sz="24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it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2" name="CustomShape 5"/>
          <p:cNvSpPr/>
          <p:nvPr/>
        </p:nvSpPr>
        <p:spPr>
          <a:xfrm>
            <a:off x="1066680" y="2589480"/>
            <a:ext cx="7466760" cy="41914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6"/>
          <p:cNvSpPr/>
          <p:nvPr/>
        </p:nvSpPr>
        <p:spPr>
          <a:xfrm>
            <a:off x="1805760" y="5108040"/>
            <a:ext cx="514440" cy="2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300" spc="-1" strike="noStrike">
                <a:solidFill>
                  <a:srgbClr val="000000"/>
                </a:solidFill>
                <a:latin typeface="DejaVu Sans"/>
                <a:ea typeface="DejaVu Sans"/>
              </a:rPr>
              <a:t>G</a:t>
            </a:r>
            <a:r>
              <a:rPr b="0" lang="en-IN" sz="1300" spc="-9" strike="noStrike">
                <a:solidFill>
                  <a:srgbClr val="000000"/>
                </a:solidFill>
                <a:latin typeface="DejaVu Sans"/>
                <a:ea typeface="DejaVu Sans"/>
              </a:rPr>
              <a:t>M</a:t>
            </a:r>
            <a:r>
              <a:rPr b="0" lang="en-IN" sz="1300" spc="-1" strike="noStrike">
                <a:solidFill>
                  <a:srgbClr val="000000"/>
                </a:solidFill>
                <a:latin typeface="DejaVu Sans"/>
                <a:ea typeface="DejaVu Sans"/>
              </a:rPr>
              <a:t>SC</a:t>
            </a:r>
            <a:endParaRPr b="0" lang="en-IN" sz="13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1229400" y="1214280"/>
            <a:ext cx="50760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Mobile</a:t>
            </a: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Switching</a:t>
            </a:r>
            <a:r>
              <a:rPr b="0" lang="en-IN" sz="3200" spc="-6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Center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1221840" y="1827360"/>
            <a:ext cx="129600" cy="17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050" spc="120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1553040" y="1785600"/>
            <a:ext cx="722376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MSC</a:t>
            </a:r>
            <a:r>
              <a:rPr b="0" lang="en-IN" sz="18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(mobile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switching center) plays a central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role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</a:t>
            </a:r>
            <a:r>
              <a:rPr b="0" lang="en-IN" sz="1800" spc="-2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GSM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1748880" y="216036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18" name="CustomShape 5"/>
          <p:cNvSpPr/>
          <p:nvPr/>
        </p:nvSpPr>
        <p:spPr>
          <a:xfrm>
            <a:off x="2029320" y="2061360"/>
            <a:ext cx="6515640" cy="382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760" bIns="0"/>
          <a:p>
            <a:pPr marL="12600">
              <a:lnSpc>
                <a:spcPct val="100000"/>
              </a:lnSpc>
              <a:spcBef>
                <a:spcPts val="54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switching</a:t>
            </a:r>
            <a:r>
              <a:rPr b="0" lang="en-IN" sz="1600" spc="-2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functions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22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additional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functions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mobility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support 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management of network</a:t>
            </a:r>
            <a:r>
              <a:rPr b="0" lang="en-IN" sz="1600" spc="-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9" strike="noStrike">
                <a:solidFill>
                  <a:srgbClr val="000000"/>
                </a:solidFill>
                <a:latin typeface="DejaVu Sans"/>
                <a:ea typeface="DejaVu Sans"/>
              </a:rPr>
              <a:t>resources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22000"/>
              </a:lnSpc>
              <a:spcBef>
                <a:spcPts val="1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interworking functions via Gateway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MSC (GMSC) 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integration of several</a:t>
            </a:r>
            <a:r>
              <a:rPr b="0" lang="en-IN" sz="16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databases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22000"/>
              </a:lnSpc>
              <a:spcBef>
                <a:spcPts val="1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specific functions for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paging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call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forwarding  termination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of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SS7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(signaling system </a:t>
            </a:r>
            <a:r>
              <a:rPr b="0" lang="en-IN" sz="1600" spc="-9" strike="noStrike">
                <a:solidFill>
                  <a:srgbClr val="000000"/>
                </a:solidFill>
                <a:latin typeface="DejaVu Sans"/>
                <a:ea typeface="DejaVu Sans"/>
              </a:rPr>
              <a:t>no.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7)  mobility specific</a:t>
            </a:r>
            <a:r>
              <a:rPr b="0" lang="en-IN" sz="16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signaling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22000"/>
              </a:lnSpc>
              <a:spcBef>
                <a:spcPts val="1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location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registration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forwarding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of location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  provision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of new services (fax, data</a:t>
            </a:r>
            <a:r>
              <a:rPr b="0" lang="en-IN" sz="1600" spc="-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calls)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51"/>
              </a:spcBef>
            </a:pP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support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of short message service</a:t>
            </a:r>
            <a:r>
              <a:rPr b="0" lang="en-IN" sz="1600" spc="-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(SMS)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generation and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forwarding </a:t>
            </a:r>
            <a:r>
              <a:rPr b="0" lang="en-IN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of accounting and billing</a:t>
            </a:r>
            <a:r>
              <a:rPr b="0" lang="en-IN" sz="1600" spc="-80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6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9" name="CustomShape 6"/>
          <p:cNvSpPr/>
          <p:nvPr/>
        </p:nvSpPr>
        <p:spPr>
          <a:xfrm>
            <a:off x="1748880" y="245988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0" name="CustomShape 7"/>
          <p:cNvSpPr/>
          <p:nvPr/>
        </p:nvSpPr>
        <p:spPr>
          <a:xfrm>
            <a:off x="1748880" y="275976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1" name="CustomShape 8"/>
          <p:cNvSpPr/>
          <p:nvPr/>
        </p:nvSpPr>
        <p:spPr>
          <a:xfrm>
            <a:off x="1748880" y="306072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2" name="CustomShape 9"/>
          <p:cNvSpPr/>
          <p:nvPr/>
        </p:nvSpPr>
        <p:spPr>
          <a:xfrm>
            <a:off x="1748880" y="336060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3" name="CustomShape 10"/>
          <p:cNvSpPr/>
          <p:nvPr/>
        </p:nvSpPr>
        <p:spPr>
          <a:xfrm>
            <a:off x="1748880" y="366156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4" name="CustomShape 11"/>
          <p:cNvSpPr/>
          <p:nvPr/>
        </p:nvSpPr>
        <p:spPr>
          <a:xfrm>
            <a:off x="1748880" y="396108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5" name="CustomShape 12"/>
          <p:cNvSpPr/>
          <p:nvPr/>
        </p:nvSpPr>
        <p:spPr>
          <a:xfrm>
            <a:off x="1748880" y="426096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6" name="CustomShape 13"/>
          <p:cNvSpPr/>
          <p:nvPr/>
        </p:nvSpPr>
        <p:spPr>
          <a:xfrm>
            <a:off x="1748880" y="456192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7" name="CustomShape 14"/>
          <p:cNvSpPr/>
          <p:nvPr/>
        </p:nvSpPr>
        <p:spPr>
          <a:xfrm>
            <a:off x="1748880" y="486144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8" name="CustomShape 15"/>
          <p:cNvSpPr/>
          <p:nvPr/>
        </p:nvSpPr>
        <p:spPr>
          <a:xfrm>
            <a:off x="1748880" y="516240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29" name="CustomShape 16"/>
          <p:cNvSpPr/>
          <p:nvPr/>
        </p:nvSpPr>
        <p:spPr>
          <a:xfrm>
            <a:off x="1748880" y="5462280"/>
            <a:ext cx="110520" cy="14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850" spc="979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85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1229400" y="1031400"/>
            <a:ext cx="600372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Operation</a:t>
            </a:r>
            <a:r>
              <a:rPr b="0" lang="en-IN" sz="4400" spc="-46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subsystem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1261080" y="2093040"/>
            <a:ext cx="129600" cy="17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050" spc="120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2" name="CustomShape 3"/>
          <p:cNvSpPr/>
          <p:nvPr/>
        </p:nvSpPr>
        <p:spPr>
          <a:xfrm>
            <a:off x="1592640" y="2057400"/>
            <a:ext cx="7261200" cy="78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920" bIns="0"/>
          <a:p>
            <a:pPr marL="12600">
              <a:lnSpc>
                <a:spcPts val="1939"/>
              </a:lnSpc>
              <a:spcBef>
                <a:spcPts val="346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OSS (Operation Subsystem) enables centralized operation,  management, and maintenance of all GSM</a:t>
            </a:r>
            <a:r>
              <a:rPr b="0" lang="en-IN" sz="18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subsystems Components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3" name="CustomShape 4"/>
          <p:cNvSpPr/>
          <p:nvPr/>
        </p:nvSpPr>
        <p:spPr>
          <a:xfrm>
            <a:off x="1261080" y="2642760"/>
            <a:ext cx="129600" cy="17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050" spc="120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4" name="CustomShape 5"/>
          <p:cNvSpPr/>
          <p:nvPr/>
        </p:nvSpPr>
        <p:spPr>
          <a:xfrm>
            <a:off x="1718280" y="295416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5" name="CustomShape 6"/>
          <p:cNvSpPr/>
          <p:nvPr/>
        </p:nvSpPr>
        <p:spPr>
          <a:xfrm>
            <a:off x="1944000" y="2895480"/>
            <a:ext cx="537048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Authentication Center</a:t>
            </a:r>
            <a:r>
              <a:rPr b="0" lang="en-IN" sz="18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(AUC)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6" name="CustomShape 7"/>
          <p:cNvSpPr/>
          <p:nvPr/>
        </p:nvSpPr>
        <p:spPr>
          <a:xfrm>
            <a:off x="2175480" y="326520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7" name="CustomShape 8"/>
          <p:cNvSpPr/>
          <p:nvPr/>
        </p:nvSpPr>
        <p:spPr>
          <a:xfrm>
            <a:off x="2392560" y="3207960"/>
            <a:ext cx="6372720" cy="133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920" bIns="0"/>
          <a:p>
            <a:pPr marL="12600">
              <a:lnSpc>
                <a:spcPts val="1939"/>
              </a:lnSpc>
              <a:spcBef>
                <a:spcPts val="346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generates user specific authentication parameters on 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request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of a</a:t>
            </a:r>
            <a:r>
              <a:rPr b="0" lang="en-IN" sz="18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VLR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ts val="1939"/>
              </a:lnSpc>
              <a:spcBef>
                <a:spcPts val="451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authentication parameters used for authentication of  mobile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terminals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encryption of user data on the air  interface within the GSM system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8" name="CustomShape 9"/>
          <p:cNvSpPr/>
          <p:nvPr/>
        </p:nvSpPr>
        <p:spPr>
          <a:xfrm>
            <a:off x="2175480" y="381492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9" name="CustomShape 10"/>
          <p:cNvSpPr/>
          <p:nvPr/>
        </p:nvSpPr>
        <p:spPr>
          <a:xfrm>
            <a:off x="1718280" y="460368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CustomShape 11"/>
          <p:cNvSpPr/>
          <p:nvPr/>
        </p:nvSpPr>
        <p:spPr>
          <a:xfrm>
            <a:off x="1992600" y="4554360"/>
            <a:ext cx="543240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Equipment Identity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Register</a:t>
            </a:r>
            <a:r>
              <a:rPr b="0" lang="en-IN" sz="18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(EIR)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1" name="CustomShape 12"/>
          <p:cNvSpPr/>
          <p:nvPr/>
        </p:nvSpPr>
        <p:spPr>
          <a:xfrm>
            <a:off x="2175480" y="491508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2" name="CustomShape 13"/>
          <p:cNvSpPr/>
          <p:nvPr/>
        </p:nvSpPr>
        <p:spPr>
          <a:xfrm>
            <a:off x="2392560" y="4828680"/>
            <a:ext cx="6292080" cy="86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760" bIns="0"/>
          <a:p>
            <a:pPr marL="12600">
              <a:lnSpc>
                <a:spcPct val="100000"/>
              </a:lnSpc>
              <a:spcBef>
                <a:spcPts val="329"/>
              </a:spcBef>
            </a:pP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registers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mobile stations and user</a:t>
            </a:r>
            <a:r>
              <a:rPr b="0" lang="en-IN" sz="18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rights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ts val="1939"/>
              </a:lnSpc>
              <a:spcBef>
                <a:spcPts val="476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stolen or malfunctioning mobile stations can be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locked 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sometimes even localized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3" name="CustomShape 14"/>
          <p:cNvSpPr/>
          <p:nvPr/>
        </p:nvSpPr>
        <p:spPr>
          <a:xfrm>
            <a:off x="2175480" y="521856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4" name="CustomShape 15"/>
          <p:cNvSpPr/>
          <p:nvPr/>
        </p:nvSpPr>
        <p:spPr>
          <a:xfrm>
            <a:off x="1718280" y="576072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CustomShape 16"/>
          <p:cNvSpPr/>
          <p:nvPr/>
        </p:nvSpPr>
        <p:spPr>
          <a:xfrm>
            <a:off x="1992600" y="5711040"/>
            <a:ext cx="483732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Operation and Maintenance Center</a:t>
            </a:r>
            <a:r>
              <a:rPr b="0" lang="en-IN" sz="1800" spc="-4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(OMC)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6" name="CustomShape 17"/>
          <p:cNvSpPr/>
          <p:nvPr/>
        </p:nvSpPr>
        <p:spPr>
          <a:xfrm>
            <a:off x="2175480" y="607320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CustomShape 18"/>
          <p:cNvSpPr/>
          <p:nvPr/>
        </p:nvSpPr>
        <p:spPr>
          <a:xfrm>
            <a:off x="2392560" y="6014880"/>
            <a:ext cx="6026040" cy="53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/>
          <a:p>
            <a:pPr marL="12600">
              <a:lnSpc>
                <a:spcPts val="1950"/>
              </a:lnSpc>
              <a:spcBef>
                <a:spcPts val="340"/>
              </a:spcBef>
            </a:pP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different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capabilities for the radio subsystem  and the network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subsystem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1229400" y="1031400"/>
            <a:ext cx="76852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r>
              <a:rPr b="0" lang="en-IN" sz="4400" spc="-5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Services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1261080" y="212076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CustomShape 3"/>
          <p:cNvSpPr/>
          <p:nvPr/>
        </p:nvSpPr>
        <p:spPr>
          <a:xfrm>
            <a:off x="1592640" y="2023200"/>
            <a:ext cx="6788880" cy="73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0680" bIns="0"/>
          <a:p>
            <a:pPr marL="12600">
              <a:lnSpc>
                <a:spcPct val="100000"/>
              </a:lnSpc>
              <a:spcBef>
                <a:spcPts val="320"/>
              </a:spcBef>
            </a:pP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Voice,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3.1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kHz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Short Message Service</a:t>
            </a:r>
            <a:r>
              <a:rPr b="0" lang="en-IN" sz="2200" spc="-7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(SMS)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1" name="CustomShape 4"/>
          <p:cNvSpPr/>
          <p:nvPr/>
        </p:nvSpPr>
        <p:spPr>
          <a:xfrm>
            <a:off x="1261080" y="245376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1718280" y="281160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1992600" y="2762280"/>
            <a:ext cx="6569640" cy="100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040" bIns="0"/>
          <a:p>
            <a:pPr marL="12600">
              <a:lnSpc>
                <a:spcPct val="79000"/>
              </a:lnSpc>
              <a:spcBef>
                <a:spcPts val="536"/>
              </a:spcBef>
            </a:pP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1985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standard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that allows messages of at most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160 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chars. (incl. spaces) to be sent between handsets and  other stations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Over 2.4 </a:t>
            </a:r>
            <a:r>
              <a:rPr b="0" i="1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billion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people use it; multi-billion $</a:t>
            </a:r>
            <a:r>
              <a:rPr b="0" lang="en-IN" sz="1800" spc="4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industry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1718280" y="353196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1261080" y="3816360"/>
            <a:ext cx="153000" cy="21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IN" sz="1300" spc="144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1592640" y="3765600"/>
            <a:ext cx="5172120" cy="34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General </a:t>
            </a:r>
            <a:r>
              <a:rPr b="0" lang="en-IN" sz="2200" spc="-35" strike="noStrike">
                <a:solidFill>
                  <a:srgbClr val="000000"/>
                </a:solidFill>
                <a:latin typeface="DejaVu Sans"/>
                <a:ea typeface="DejaVu Sans"/>
              </a:rPr>
              <a:t>Packet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Radio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Service</a:t>
            </a:r>
            <a:r>
              <a:rPr b="0" lang="en-IN" sz="22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7" strike="noStrike">
                <a:solidFill>
                  <a:srgbClr val="000000"/>
                </a:solidFill>
                <a:latin typeface="DejaVu Sans"/>
                <a:ea typeface="DejaVu Sans"/>
              </a:rPr>
              <a:t>(GPRS)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1718280" y="4159080"/>
            <a:ext cx="121320" cy="16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92600" y="4109760"/>
            <a:ext cx="6743520" cy="255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520" bIns="0"/>
          <a:p>
            <a:pPr marL="12600">
              <a:lnSpc>
                <a:spcPts val="1729"/>
              </a:lnSpc>
              <a:spcBef>
                <a:spcPts val="516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upgrade that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provides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IP-based </a:t>
            </a:r>
            <a:r>
              <a:rPr b="0" lang="en-IN" sz="1800" spc="-15" strike="noStrike">
                <a:solidFill>
                  <a:srgbClr val="000000"/>
                </a:solidFill>
                <a:latin typeface="DejaVu Sans"/>
                <a:ea typeface="DejaVu Sans"/>
              </a:rPr>
              <a:t>packet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  transmission up to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114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kbps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4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Users can “simultaneously” </a:t>
            </a:r>
            <a:r>
              <a:rPr b="0" lang="en-IN" sz="1800" spc="-15" strike="noStrike">
                <a:solidFill>
                  <a:srgbClr val="000000"/>
                </a:solidFill>
                <a:latin typeface="DejaVu Sans"/>
                <a:ea typeface="DejaVu Sans"/>
              </a:rPr>
              <a:t>make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calls and send</a:t>
            </a:r>
            <a:r>
              <a:rPr b="0" lang="en-IN" sz="1800" spc="2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79000"/>
              </a:lnSpc>
              <a:spcBef>
                <a:spcPts val="505"/>
              </a:spcBef>
            </a:pP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GPRS provides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“always </a:t>
            </a:r>
            <a:r>
              <a:rPr b="0" lang="en-IN" sz="1800" spc="-35" strike="noStrike">
                <a:solidFill>
                  <a:srgbClr val="000000"/>
                </a:solidFill>
                <a:latin typeface="DejaVu Sans"/>
                <a:ea typeface="DejaVu Sans"/>
              </a:rPr>
              <a:t>on”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Internet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access and the  Multimedia Messaging Service (MMS)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whereby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users can  send rich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text,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audio, video messages to each</a:t>
            </a:r>
            <a:r>
              <a:rPr b="0" lang="en-IN" sz="18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other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Performance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degrades as number of users</a:t>
            </a:r>
            <a:r>
              <a:rPr b="0" lang="en-IN" sz="1800" spc="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increase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ts val="1729"/>
              </a:lnSpc>
              <a:spcBef>
                <a:spcPts val="485"/>
              </a:spcBef>
            </a:pP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GPRS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is an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example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of 2.5G telephony – 2G service similar  to 3G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1718280" y="4660920"/>
            <a:ext cx="121320" cy="44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18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1718280" y="5664240"/>
            <a:ext cx="121320" cy="44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29"/>
              </a:spcBef>
            </a:pPr>
            <a:r>
              <a:rPr b="0" lang="en-IN" sz="1000" spc="106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000" spc="-1" strike="noStrike"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ustomShape 1"/>
          <p:cNvSpPr/>
          <p:nvPr/>
        </p:nvSpPr>
        <p:spPr>
          <a:xfrm>
            <a:off x="1229400" y="650160"/>
            <a:ext cx="5756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9" strike="noStrike">
                <a:solidFill>
                  <a:srgbClr val="333399"/>
                </a:solidFill>
                <a:latin typeface="DejaVu Sans"/>
              </a:rPr>
              <a:t>G</a:t>
            </a: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S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M </a:t>
            </a:r>
            <a:r>
              <a:rPr b="0" lang="en-IN" sz="3600" spc="-69" strike="noStrike">
                <a:solidFill>
                  <a:srgbClr val="333399"/>
                </a:solidFill>
                <a:latin typeface="DejaVu Sans"/>
              </a:rPr>
              <a:t>Radio Subsystem and Frame Structure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1069200" y="2096640"/>
            <a:ext cx="14148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129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1400760" y="1974960"/>
            <a:ext cx="7548840" cy="3748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/>
          <a:p>
            <a:pPr marL="12600">
              <a:lnSpc>
                <a:spcPct val="100000"/>
              </a:lnSpc>
              <a:spcBef>
                <a:spcPts val="700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GSM uses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FDMA and TDMA to transmit voice and</a:t>
            </a:r>
            <a:r>
              <a:rPr b="0" lang="en-IN" sz="2000" spc="-2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data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uplink channel between the cell phone and the BTS  uses FDMA and a specific frequency</a:t>
            </a:r>
            <a:r>
              <a:rPr b="0" lang="en-IN" sz="2000" spc="-2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band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downlink channel between the BTS and the cell phone  uses a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different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frequency band and the TDMA</a:t>
            </a:r>
            <a:r>
              <a:rPr b="0" lang="en-IN" sz="20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technique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there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is sufficient frequency separation between the uplink 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freq.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band and the downlink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freq.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band to avoid  interference</a:t>
            </a:r>
            <a:endParaRPr b="0" lang="en-IN" sz="20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each uplink and downlink frequency bands is further split  up as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Control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Channel (used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to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set up and manage calls)  and </a:t>
            </a:r>
            <a:r>
              <a:rPr b="0" lang="en-IN" sz="2000" spc="-46" strike="noStrike">
                <a:solidFill>
                  <a:srgbClr val="000000"/>
                </a:solidFill>
                <a:latin typeface="DejaVu Sans"/>
                <a:ea typeface="DejaVu Sans"/>
              </a:rPr>
              <a:t>Traffic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Channel (used to </a:t>
            </a:r>
            <a:r>
              <a:rPr b="0" lang="en-IN" sz="2000" spc="-7" strike="noStrike">
                <a:solidFill>
                  <a:srgbClr val="000000"/>
                </a:solidFill>
                <a:latin typeface="DejaVu Sans"/>
                <a:ea typeface="DejaVu Sans"/>
              </a:rPr>
              <a:t>carry</a:t>
            </a:r>
            <a:r>
              <a:rPr b="0" lang="en-IN" sz="2000" spc="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voice)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64" name="CustomShape 4"/>
          <p:cNvSpPr/>
          <p:nvPr/>
        </p:nvSpPr>
        <p:spPr>
          <a:xfrm>
            <a:off x="1069200" y="2477880"/>
            <a:ext cx="14148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129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5" name="CustomShape 5"/>
          <p:cNvSpPr/>
          <p:nvPr/>
        </p:nvSpPr>
        <p:spPr>
          <a:xfrm>
            <a:off x="1069200" y="3163680"/>
            <a:ext cx="14148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129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CustomShape 6"/>
          <p:cNvSpPr/>
          <p:nvPr/>
        </p:nvSpPr>
        <p:spPr>
          <a:xfrm>
            <a:off x="1069200" y="3849480"/>
            <a:ext cx="14148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129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CustomShape 7"/>
          <p:cNvSpPr/>
          <p:nvPr/>
        </p:nvSpPr>
        <p:spPr>
          <a:xfrm>
            <a:off x="1069200" y="4839840"/>
            <a:ext cx="14148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1299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200" spc="-1" strike="noStrike">
              <a:latin typeface="Arial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6858000" y="6357600"/>
            <a:ext cx="413280" cy="37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24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915840" y="262800"/>
            <a:ext cx="70084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FDD/FDMA -</a:t>
            </a:r>
            <a:r>
              <a:rPr b="0" lang="en-IN" sz="4400" spc="-46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general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915840" y="933480"/>
            <a:ext cx="6416640" cy="6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  <a:ea typeface="DejaVu Sans"/>
              </a:rPr>
              <a:t>scheme, </a:t>
            </a:r>
            <a:r>
              <a:rPr b="0" lang="en-IN" sz="4400" spc="-9" strike="noStrike">
                <a:solidFill>
                  <a:srgbClr val="333399"/>
                </a:solidFill>
                <a:latin typeface="DejaVu Sans"/>
                <a:ea typeface="DejaVu Sans"/>
              </a:rPr>
              <a:t>example</a:t>
            </a:r>
            <a:r>
              <a:rPr b="0" lang="en-IN" sz="4400" spc="-60" strike="noStrike">
                <a:solidFill>
                  <a:srgbClr val="333399"/>
                </a:solidFill>
                <a:latin typeface="DejaVu Sans"/>
                <a:ea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  <a:ea typeface="DejaVu Sans"/>
              </a:rPr>
              <a:t>GSM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71" name="CustomShape 4"/>
          <p:cNvSpPr/>
          <p:nvPr/>
        </p:nvSpPr>
        <p:spPr>
          <a:xfrm>
            <a:off x="609480" y="2895480"/>
            <a:ext cx="266040" cy="9810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72" name="Group 5"/>
          <p:cNvGrpSpPr/>
          <p:nvPr/>
        </p:nvGrpSpPr>
        <p:grpSpPr>
          <a:xfrm>
            <a:off x="6930360" y="2815560"/>
            <a:ext cx="570960" cy="977040"/>
            <a:chOff x="6930360" y="2815560"/>
            <a:chExt cx="570960" cy="977040"/>
          </a:xfrm>
        </p:grpSpPr>
        <p:sp>
          <p:nvSpPr>
            <p:cNvPr id="273" name="CustomShape 6"/>
            <p:cNvSpPr/>
            <p:nvPr/>
          </p:nvSpPr>
          <p:spPr>
            <a:xfrm>
              <a:off x="7246440" y="2815560"/>
              <a:ext cx="254880" cy="16596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CustomShape 7"/>
            <p:cNvSpPr/>
            <p:nvPr/>
          </p:nvSpPr>
          <p:spPr>
            <a:xfrm>
              <a:off x="6930360" y="2815560"/>
              <a:ext cx="253440" cy="16596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CustomShape 8"/>
            <p:cNvSpPr/>
            <p:nvPr/>
          </p:nvSpPr>
          <p:spPr>
            <a:xfrm>
              <a:off x="7170480" y="3006000"/>
              <a:ext cx="100800" cy="786600"/>
            </a:xfrm>
            <a:custGeom>
              <a:avLst/>
              <a:gdLst/>
              <a:ahLst/>
              <a:rect l="l" t="t" r="r" b="b"/>
              <a:pathLst>
                <a:path w="101600" h="787400">
                  <a:moveTo>
                    <a:pt x="54609" y="167639"/>
                  </a:moveTo>
                  <a:lnTo>
                    <a:pt x="54609" y="0"/>
                  </a:lnTo>
                  <a:moveTo>
                    <a:pt x="36829" y="285750"/>
                  </a:moveTo>
                  <a:lnTo>
                    <a:pt x="63500" y="285750"/>
                  </a:lnTo>
                  <a:moveTo>
                    <a:pt x="0" y="787400"/>
                  </a:moveTo>
                  <a:lnTo>
                    <a:pt x="35559" y="161289"/>
                  </a:lnTo>
                  <a:moveTo>
                    <a:pt x="67309" y="167639"/>
                  </a:moveTo>
                  <a:lnTo>
                    <a:pt x="101600" y="774700"/>
                  </a:lnTo>
                  <a:moveTo>
                    <a:pt x="2539" y="770890"/>
                  </a:moveTo>
                  <a:lnTo>
                    <a:pt x="100329" y="770890"/>
                  </a:lnTo>
                  <a:moveTo>
                    <a:pt x="15239" y="598170"/>
                  </a:moveTo>
                  <a:lnTo>
                    <a:pt x="88900" y="598170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CustomShape 9"/>
            <p:cNvSpPr/>
            <p:nvPr/>
          </p:nvSpPr>
          <p:spPr>
            <a:xfrm>
              <a:off x="7165440" y="3605400"/>
              <a:ext cx="100800" cy="162000"/>
            </a:xfrm>
            <a:custGeom>
              <a:avLst/>
              <a:gdLst/>
              <a:ahLst/>
              <a:rect l="l" t="t" r="r" b="b"/>
              <a:pathLst>
                <a:path w="101600" h="162560">
                  <a:moveTo>
                    <a:pt x="20319" y="2540"/>
                  </a:moveTo>
                  <a:lnTo>
                    <a:pt x="101600" y="162560"/>
                  </a:lnTo>
                  <a:moveTo>
                    <a:pt x="100329" y="0"/>
                  </a:moveTo>
                  <a:lnTo>
                    <a:pt x="0" y="161290"/>
                  </a:lnTo>
                </a:path>
              </a:pathLst>
            </a:custGeom>
            <a:noFill/>
            <a:ln w="79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CustomShape 10"/>
            <p:cNvSpPr/>
            <p:nvPr/>
          </p:nvSpPr>
          <p:spPr>
            <a:xfrm>
              <a:off x="7197120" y="3439080"/>
              <a:ext cx="48960" cy="360"/>
            </a:xfrm>
            <a:custGeom>
              <a:avLst/>
              <a:gdLst/>
              <a:ahLst/>
              <a:rect l="l" t="t" r="r" b="b"/>
              <a:pathLst>
                <a:path w="49529" h="0">
                  <a:moveTo>
                    <a:pt x="0" y="0"/>
                  </a:moveTo>
                  <a:lnTo>
                    <a:pt x="49529" y="0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CustomShape 11"/>
            <p:cNvSpPr/>
            <p:nvPr/>
          </p:nvSpPr>
          <p:spPr>
            <a:xfrm>
              <a:off x="7183080" y="3163680"/>
              <a:ext cx="70560" cy="439920"/>
            </a:xfrm>
            <a:custGeom>
              <a:avLst/>
              <a:gdLst/>
              <a:ahLst/>
              <a:rect l="l" t="t" r="r" b="b"/>
              <a:pathLst>
                <a:path w="71120" h="440689">
                  <a:moveTo>
                    <a:pt x="13970" y="275589"/>
                  </a:moveTo>
                  <a:lnTo>
                    <a:pt x="71120" y="433069"/>
                  </a:lnTo>
                  <a:moveTo>
                    <a:pt x="0" y="440689"/>
                  </a:moveTo>
                  <a:lnTo>
                    <a:pt x="60959" y="267969"/>
                  </a:lnTo>
                  <a:moveTo>
                    <a:pt x="21589" y="129539"/>
                  </a:moveTo>
                  <a:lnTo>
                    <a:pt x="63500" y="275589"/>
                  </a:lnTo>
                  <a:moveTo>
                    <a:pt x="10159" y="276859"/>
                  </a:moveTo>
                  <a:lnTo>
                    <a:pt x="49529" y="110489"/>
                  </a:lnTo>
                  <a:moveTo>
                    <a:pt x="19050" y="129539"/>
                  </a:moveTo>
                  <a:lnTo>
                    <a:pt x="41909" y="0"/>
                  </a:lnTo>
                </a:path>
              </a:pathLst>
            </a:custGeom>
            <a:noFill/>
            <a:ln w="792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CustomShape 12"/>
            <p:cNvSpPr/>
            <p:nvPr/>
          </p:nvSpPr>
          <p:spPr>
            <a:xfrm>
              <a:off x="7212240" y="3008520"/>
              <a:ext cx="18360" cy="8280"/>
            </a:xfrm>
            <a:custGeom>
              <a:avLst/>
              <a:gdLst/>
              <a:ahLst/>
              <a:rect l="l" t="t" r="r" b="b"/>
              <a:pathLst>
                <a:path w="19050" h="8889">
                  <a:moveTo>
                    <a:pt x="15240" y="0"/>
                  </a:moveTo>
                  <a:lnTo>
                    <a:pt x="3810" y="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3810" y="8890"/>
                  </a:lnTo>
                  <a:lnTo>
                    <a:pt x="15240" y="8890"/>
                  </a:lnTo>
                  <a:lnTo>
                    <a:pt x="19050" y="7620"/>
                  </a:lnTo>
                  <a:lnTo>
                    <a:pt x="19050" y="254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CustomShape 13"/>
            <p:cNvSpPr/>
            <p:nvPr/>
          </p:nvSpPr>
          <p:spPr>
            <a:xfrm>
              <a:off x="7212240" y="3008520"/>
              <a:ext cx="18360" cy="9360"/>
            </a:xfrm>
            <a:custGeom>
              <a:avLst/>
              <a:gdLst/>
              <a:ahLst/>
              <a:rect l="l" t="t" r="r" b="b"/>
              <a:pathLst>
                <a:path w="19050" h="10160">
                  <a:moveTo>
                    <a:pt x="10160" y="0"/>
                  </a:moveTo>
                  <a:lnTo>
                    <a:pt x="15240" y="0"/>
                  </a:lnTo>
                  <a:lnTo>
                    <a:pt x="19050" y="2540"/>
                  </a:lnTo>
                  <a:lnTo>
                    <a:pt x="19050" y="5080"/>
                  </a:lnTo>
                  <a:lnTo>
                    <a:pt x="19050" y="7620"/>
                  </a:lnTo>
                  <a:lnTo>
                    <a:pt x="15240" y="8890"/>
                  </a:lnTo>
                  <a:lnTo>
                    <a:pt x="10160" y="8890"/>
                  </a:lnTo>
                  <a:lnTo>
                    <a:pt x="3810" y="8890"/>
                  </a:lnTo>
                  <a:lnTo>
                    <a:pt x="0" y="7620"/>
                  </a:lnTo>
                  <a:lnTo>
                    <a:pt x="0" y="5080"/>
                  </a:lnTo>
                  <a:lnTo>
                    <a:pt x="0" y="2540"/>
                  </a:lnTo>
                  <a:lnTo>
                    <a:pt x="3810" y="0"/>
                  </a:lnTo>
                  <a:lnTo>
                    <a:pt x="1016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19050" y="10160"/>
                  </a:moveTo>
                  <a:lnTo>
                    <a:pt x="19050" y="1016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1" name="Group 14"/>
          <p:cNvGrpSpPr/>
          <p:nvPr/>
        </p:nvGrpSpPr>
        <p:grpSpPr>
          <a:xfrm>
            <a:off x="2174400" y="1894680"/>
            <a:ext cx="4530600" cy="3020760"/>
            <a:chOff x="2174400" y="1894680"/>
            <a:chExt cx="4530600" cy="3020760"/>
          </a:xfrm>
        </p:grpSpPr>
        <p:sp>
          <p:nvSpPr>
            <p:cNvPr id="282" name="CustomShape 15"/>
            <p:cNvSpPr/>
            <p:nvPr/>
          </p:nvSpPr>
          <p:spPr>
            <a:xfrm>
              <a:off x="2209680" y="1965960"/>
              <a:ext cx="720" cy="2918880"/>
            </a:xfrm>
            <a:custGeom>
              <a:avLst/>
              <a:gdLst/>
              <a:ahLst/>
              <a:rect l="l" t="t" r="r" b="b"/>
              <a:pathLst>
                <a:path w="1269" h="2919729">
                  <a:moveTo>
                    <a:pt x="0" y="2919729"/>
                  </a:moveTo>
                  <a:lnTo>
                    <a:pt x="1269" y="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CustomShape 16"/>
            <p:cNvSpPr/>
            <p:nvPr/>
          </p:nvSpPr>
          <p:spPr>
            <a:xfrm>
              <a:off x="2174400" y="1894680"/>
              <a:ext cx="74160" cy="75600"/>
            </a:xfrm>
            <a:custGeom>
              <a:avLst/>
              <a:gdLst/>
              <a:ahLst/>
              <a:rect l="l" t="t" r="r" b="b"/>
              <a:pathLst>
                <a:path w="74930" h="76200">
                  <a:moveTo>
                    <a:pt x="36830" y="0"/>
                  </a:moveTo>
                  <a:lnTo>
                    <a:pt x="0" y="76200"/>
                  </a:lnTo>
                  <a:lnTo>
                    <a:pt x="74930" y="76200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CustomShape 17"/>
            <p:cNvSpPr/>
            <p:nvPr/>
          </p:nvSpPr>
          <p:spPr>
            <a:xfrm>
              <a:off x="2209680" y="4876920"/>
              <a:ext cx="4425120" cy="720"/>
            </a:xfrm>
            <a:custGeom>
              <a:avLst/>
              <a:gdLst/>
              <a:ahLst/>
              <a:rect l="l" t="t" r="r" b="b"/>
              <a:pathLst>
                <a:path w="4425950" h="1270">
                  <a:moveTo>
                    <a:pt x="0" y="0"/>
                  </a:moveTo>
                  <a:lnTo>
                    <a:pt x="4425950" y="126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CustomShape 18"/>
            <p:cNvSpPr/>
            <p:nvPr/>
          </p:nvSpPr>
          <p:spPr>
            <a:xfrm>
              <a:off x="6630840" y="4839840"/>
              <a:ext cx="74160" cy="75600"/>
            </a:xfrm>
            <a:custGeom>
              <a:avLst/>
              <a:gdLst/>
              <a:ahLst/>
              <a:rect l="l" t="t" r="r" b="b"/>
              <a:pathLst>
                <a:path w="74929" h="76200">
                  <a:moveTo>
                    <a:pt x="0" y="0"/>
                  </a:moveTo>
                  <a:lnTo>
                    <a:pt x="0" y="76199"/>
                  </a:lnTo>
                  <a:lnTo>
                    <a:pt x="74929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6" name="CustomShape 19"/>
          <p:cNvSpPr/>
          <p:nvPr/>
        </p:nvSpPr>
        <p:spPr>
          <a:xfrm>
            <a:off x="1983600" y="1785600"/>
            <a:ext cx="813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7" name="CustomShape 20"/>
          <p:cNvSpPr/>
          <p:nvPr/>
        </p:nvSpPr>
        <p:spPr>
          <a:xfrm>
            <a:off x="6555600" y="4911120"/>
            <a:ext cx="813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8" name="CustomShape 21"/>
          <p:cNvSpPr/>
          <p:nvPr/>
        </p:nvSpPr>
        <p:spPr>
          <a:xfrm>
            <a:off x="2210400" y="2209680"/>
            <a:ext cx="3808800" cy="151560"/>
          </a:xfrm>
          <a:prstGeom prst="rect">
            <a:avLst/>
          </a:prstGeom>
          <a:solidFill>
            <a:srgbClr val="d9d9f5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ts val="1199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124</a:t>
            </a:r>
            <a:endParaRPr b="0" lang="en-IN" sz="1200" spc="-1" strike="noStrike">
              <a:latin typeface="Arial"/>
            </a:endParaRPr>
          </a:p>
        </p:txBody>
      </p:sp>
      <p:grpSp>
        <p:nvGrpSpPr>
          <p:cNvPr id="289" name="Group 22"/>
          <p:cNvGrpSpPr/>
          <p:nvPr/>
        </p:nvGrpSpPr>
        <p:grpSpPr>
          <a:xfrm>
            <a:off x="2209680" y="2362320"/>
            <a:ext cx="3809160" cy="837360"/>
            <a:chOff x="2209680" y="2362320"/>
            <a:chExt cx="3809160" cy="837360"/>
          </a:xfrm>
        </p:grpSpPr>
        <p:sp>
          <p:nvSpPr>
            <p:cNvPr id="290" name="CustomShape 23"/>
            <p:cNvSpPr/>
            <p:nvPr/>
          </p:nvSpPr>
          <p:spPr>
            <a:xfrm>
              <a:off x="2209680" y="236232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CustomShape 24"/>
            <p:cNvSpPr/>
            <p:nvPr/>
          </p:nvSpPr>
          <p:spPr>
            <a:xfrm>
              <a:off x="2209680" y="236232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CustomShape 25"/>
            <p:cNvSpPr/>
            <p:nvPr/>
          </p:nvSpPr>
          <p:spPr>
            <a:xfrm>
              <a:off x="2209680" y="25146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CustomShape 26"/>
            <p:cNvSpPr/>
            <p:nvPr/>
          </p:nvSpPr>
          <p:spPr>
            <a:xfrm>
              <a:off x="2209680" y="25146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CustomShape 27"/>
            <p:cNvSpPr/>
            <p:nvPr/>
          </p:nvSpPr>
          <p:spPr>
            <a:xfrm>
              <a:off x="2209680" y="304812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CustomShape 28"/>
            <p:cNvSpPr/>
            <p:nvPr/>
          </p:nvSpPr>
          <p:spPr>
            <a:xfrm>
              <a:off x="2209680" y="304812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6" name="CustomShape 29"/>
          <p:cNvSpPr/>
          <p:nvPr/>
        </p:nvSpPr>
        <p:spPr>
          <a:xfrm>
            <a:off x="4073040" y="3020040"/>
            <a:ext cx="9720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7" name="CustomShape 30"/>
          <p:cNvSpPr/>
          <p:nvPr/>
        </p:nvSpPr>
        <p:spPr>
          <a:xfrm>
            <a:off x="2210400" y="3733920"/>
            <a:ext cx="3808800" cy="151560"/>
          </a:xfrm>
          <a:prstGeom prst="rect">
            <a:avLst/>
          </a:prstGeom>
          <a:solidFill>
            <a:srgbClr val="d9d9f5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ts val="1199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124</a:t>
            </a:r>
            <a:endParaRPr b="0" lang="en-IN" sz="1200" spc="-1" strike="noStrike">
              <a:latin typeface="Arial"/>
            </a:endParaRPr>
          </a:p>
        </p:txBody>
      </p:sp>
      <p:grpSp>
        <p:nvGrpSpPr>
          <p:cNvPr id="298" name="Group 31"/>
          <p:cNvGrpSpPr/>
          <p:nvPr/>
        </p:nvGrpSpPr>
        <p:grpSpPr>
          <a:xfrm>
            <a:off x="2209680" y="3886200"/>
            <a:ext cx="3809160" cy="837360"/>
            <a:chOff x="2209680" y="3886200"/>
            <a:chExt cx="3809160" cy="837360"/>
          </a:xfrm>
        </p:grpSpPr>
        <p:sp>
          <p:nvSpPr>
            <p:cNvPr id="299" name="CustomShape 32"/>
            <p:cNvSpPr/>
            <p:nvPr/>
          </p:nvSpPr>
          <p:spPr>
            <a:xfrm>
              <a:off x="2209680" y="38862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CustomShape 33"/>
            <p:cNvSpPr/>
            <p:nvPr/>
          </p:nvSpPr>
          <p:spPr>
            <a:xfrm>
              <a:off x="2209680" y="38862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CustomShape 34"/>
            <p:cNvSpPr/>
            <p:nvPr/>
          </p:nvSpPr>
          <p:spPr>
            <a:xfrm>
              <a:off x="2209680" y="403848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CustomShape 35"/>
            <p:cNvSpPr/>
            <p:nvPr/>
          </p:nvSpPr>
          <p:spPr>
            <a:xfrm>
              <a:off x="2209680" y="403848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CustomShape 36"/>
            <p:cNvSpPr/>
            <p:nvPr/>
          </p:nvSpPr>
          <p:spPr>
            <a:xfrm>
              <a:off x="2209680" y="45720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38100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810000" y="15240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CustomShape 37"/>
            <p:cNvSpPr/>
            <p:nvPr/>
          </p:nvSpPr>
          <p:spPr>
            <a:xfrm>
              <a:off x="2209680" y="4572000"/>
              <a:ext cx="3809160" cy="151560"/>
            </a:xfrm>
            <a:custGeom>
              <a:avLst/>
              <a:gdLst/>
              <a:ahLst/>
              <a:rect l="l" t="t" r="r" b="b"/>
              <a:pathLst>
                <a:path w="3810000" h="152400">
                  <a:moveTo>
                    <a:pt x="1905000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152400"/>
                  </a:lnTo>
                  <a:lnTo>
                    <a:pt x="1905000" y="152400"/>
                  </a:lnTo>
                  <a:close/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5" name="CustomShape 38"/>
          <p:cNvSpPr/>
          <p:nvPr/>
        </p:nvSpPr>
        <p:spPr>
          <a:xfrm>
            <a:off x="4073040" y="4543920"/>
            <a:ext cx="9720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grpSp>
        <p:nvGrpSpPr>
          <p:cNvPr id="306" name="Group 39"/>
          <p:cNvGrpSpPr/>
          <p:nvPr/>
        </p:nvGrpSpPr>
        <p:grpSpPr>
          <a:xfrm>
            <a:off x="2057400" y="2209680"/>
            <a:ext cx="4042800" cy="2515320"/>
            <a:chOff x="2057400" y="2209680"/>
            <a:chExt cx="4042800" cy="2515320"/>
          </a:xfrm>
        </p:grpSpPr>
        <p:sp>
          <p:nvSpPr>
            <p:cNvPr id="307" name="CustomShape 40"/>
            <p:cNvSpPr/>
            <p:nvPr/>
          </p:nvSpPr>
          <p:spPr>
            <a:xfrm>
              <a:off x="2971800" y="4267080"/>
              <a:ext cx="360" cy="37440"/>
            </a:xfrm>
            <a:custGeom>
              <a:avLst/>
              <a:gdLst/>
              <a:ahLst/>
              <a:rect l="l" t="t" r="r" b="b"/>
              <a:pathLst>
                <a:path w="0" h="38100">
                  <a:moveTo>
                    <a:pt x="-19048" y="19050"/>
                  </a:moveTo>
                  <a:lnTo>
                    <a:pt x="19048" y="1905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CustomShape 41"/>
            <p:cNvSpPr/>
            <p:nvPr/>
          </p:nvSpPr>
          <p:spPr>
            <a:xfrm>
              <a:off x="2971800" y="4343400"/>
              <a:ext cx="720" cy="37440"/>
            </a:xfrm>
            <a:custGeom>
              <a:avLst/>
              <a:gdLst/>
              <a:ahLst/>
              <a:rect l="l" t="t" r="r" b="b"/>
              <a:pathLst>
                <a:path w="1269" h="38100">
                  <a:moveTo>
                    <a:pt x="0" y="0"/>
                  </a:moveTo>
                  <a:lnTo>
                    <a:pt x="1269" y="3810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CustomShape 42"/>
            <p:cNvSpPr/>
            <p:nvPr/>
          </p:nvSpPr>
          <p:spPr>
            <a:xfrm>
              <a:off x="2954160" y="4286160"/>
              <a:ext cx="2398320" cy="151560"/>
            </a:xfrm>
            <a:custGeom>
              <a:avLst/>
              <a:gdLst/>
              <a:ahLst/>
              <a:rect l="l" t="t" r="r" b="b"/>
              <a:pathLst>
                <a:path w="2399029" h="152400">
                  <a:moveTo>
                    <a:pt x="0" y="152400"/>
                  </a:moveTo>
                  <a:lnTo>
                    <a:pt x="38097" y="152400"/>
                  </a:lnTo>
                  <a:moveTo>
                    <a:pt x="2360929" y="0"/>
                  </a:moveTo>
                  <a:lnTo>
                    <a:pt x="2399027" y="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CustomShape 43"/>
            <p:cNvSpPr/>
            <p:nvPr/>
          </p:nvSpPr>
          <p:spPr>
            <a:xfrm>
              <a:off x="5334120" y="4343400"/>
              <a:ext cx="720" cy="37440"/>
            </a:xfrm>
            <a:custGeom>
              <a:avLst/>
              <a:gdLst/>
              <a:ahLst/>
              <a:rect l="l" t="t" r="r" b="b"/>
              <a:pathLst>
                <a:path w="1270" h="38100">
                  <a:moveTo>
                    <a:pt x="0" y="0"/>
                  </a:moveTo>
                  <a:lnTo>
                    <a:pt x="1270" y="3810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CustomShape 44"/>
            <p:cNvSpPr/>
            <p:nvPr/>
          </p:nvSpPr>
          <p:spPr>
            <a:xfrm>
              <a:off x="2952720" y="2762280"/>
              <a:ext cx="2400840" cy="1675800"/>
            </a:xfrm>
            <a:custGeom>
              <a:avLst/>
              <a:gdLst/>
              <a:ahLst/>
              <a:rect l="l" t="t" r="r" b="b"/>
              <a:pathLst>
                <a:path w="2401570" h="1676400">
                  <a:moveTo>
                    <a:pt x="2363470" y="1676400"/>
                  </a:moveTo>
                  <a:lnTo>
                    <a:pt x="2401567" y="1676400"/>
                  </a:lnTo>
                  <a:moveTo>
                    <a:pt x="0" y="0"/>
                  </a:moveTo>
                  <a:lnTo>
                    <a:pt x="38097" y="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CustomShape 45"/>
            <p:cNvSpPr/>
            <p:nvPr/>
          </p:nvSpPr>
          <p:spPr>
            <a:xfrm>
              <a:off x="2971800" y="2819520"/>
              <a:ext cx="720" cy="37440"/>
            </a:xfrm>
            <a:custGeom>
              <a:avLst/>
              <a:gdLst/>
              <a:ahLst/>
              <a:rect l="l" t="t" r="r" b="b"/>
              <a:pathLst>
                <a:path w="1269" h="38100">
                  <a:moveTo>
                    <a:pt x="0" y="0"/>
                  </a:moveTo>
                  <a:lnTo>
                    <a:pt x="1269" y="3810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CustomShape 46"/>
            <p:cNvSpPr/>
            <p:nvPr/>
          </p:nvSpPr>
          <p:spPr>
            <a:xfrm>
              <a:off x="2954160" y="2762280"/>
              <a:ext cx="2398320" cy="151560"/>
            </a:xfrm>
            <a:custGeom>
              <a:avLst/>
              <a:gdLst/>
              <a:ahLst/>
              <a:rect l="l" t="t" r="r" b="b"/>
              <a:pathLst>
                <a:path w="2399029" h="152400">
                  <a:moveTo>
                    <a:pt x="0" y="152400"/>
                  </a:moveTo>
                  <a:lnTo>
                    <a:pt x="38097" y="152400"/>
                  </a:lnTo>
                  <a:moveTo>
                    <a:pt x="2360929" y="0"/>
                  </a:moveTo>
                  <a:lnTo>
                    <a:pt x="2399027" y="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CustomShape 47"/>
            <p:cNvSpPr/>
            <p:nvPr/>
          </p:nvSpPr>
          <p:spPr>
            <a:xfrm>
              <a:off x="5334120" y="2819520"/>
              <a:ext cx="720" cy="37440"/>
            </a:xfrm>
            <a:custGeom>
              <a:avLst/>
              <a:gdLst/>
              <a:ahLst/>
              <a:rect l="l" t="t" r="r" b="b"/>
              <a:pathLst>
                <a:path w="1270" h="38100">
                  <a:moveTo>
                    <a:pt x="0" y="0"/>
                  </a:moveTo>
                  <a:lnTo>
                    <a:pt x="1270" y="3810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CustomShape 48"/>
            <p:cNvSpPr/>
            <p:nvPr/>
          </p:nvSpPr>
          <p:spPr>
            <a:xfrm>
              <a:off x="5335200" y="2895480"/>
              <a:ext cx="360" cy="37440"/>
            </a:xfrm>
            <a:custGeom>
              <a:avLst/>
              <a:gdLst/>
              <a:ahLst/>
              <a:rect l="l" t="t" r="r" b="b"/>
              <a:pathLst>
                <a:path w="0" h="38100">
                  <a:moveTo>
                    <a:pt x="-19048" y="19050"/>
                  </a:moveTo>
                  <a:lnTo>
                    <a:pt x="19048" y="19050"/>
                  </a:lnTo>
                </a:path>
              </a:pathLst>
            </a:custGeom>
            <a:noFill/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CustomShape 49"/>
            <p:cNvSpPr/>
            <p:nvPr/>
          </p:nvSpPr>
          <p:spPr>
            <a:xfrm>
              <a:off x="5257800" y="3271680"/>
              <a:ext cx="720" cy="391680"/>
            </a:xfrm>
            <a:custGeom>
              <a:avLst/>
              <a:gdLst/>
              <a:ahLst/>
              <a:rect l="l" t="t" r="r" b="b"/>
              <a:pathLst>
                <a:path w="1270" h="392429">
                  <a:moveTo>
                    <a:pt x="0" y="0"/>
                  </a:moveTo>
                  <a:lnTo>
                    <a:pt x="1270" y="39242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CustomShape 50"/>
            <p:cNvSpPr/>
            <p:nvPr/>
          </p:nvSpPr>
          <p:spPr>
            <a:xfrm>
              <a:off x="5221080" y="3200400"/>
              <a:ext cx="75600" cy="532800"/>
            </a:xfrm>
            <a:custGeom>
              <a:avLst/>
              <a:gdLst/>
              <a:ahLst/>
              <a:rect l="l" t="t" r="r" b="b"/>
              <a:pathLst>
                <a:path w="76200" h="533400">
                  <a:moveTo>
                    <a:pt x="74930" y="76200"/>
                  </a:moveTo>
                  <a:lnTo>
                    <a:pt x="36830" y="0"/>
                  </a:lnTo>
                  <a:lnTo>
                    <a:pt x="0" y="76200"/>
                  </a:lnTo>
                  <a:lnTo>
                    <a:pt x="74930" y="76200"/>
                  </a:lnTo>
                  <a:close/>
                  <a:moveTo>
                    <a:pt x="76200" y="458470"/>
                  </a:moveTo>
                  <a:lnTo>
                    <a:pt x="0" y="458470"/>
                  </a:lnTo>
                  <a:lnTo>
                    <a:pt x="38100" y="533400"/>
                  </a:lnTo>
                  <a:lnTo>
                    <a:pt x="76200" y="4584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CustomShape 51"/>
            <p:cNvSpPr/>
            <p:nvPr/>
          </p:nvSpPr>
          <p:spPr>
            <a:xfrm>
              <a:off x="6015240" y="3043440"/>
              <a:ext cx="84960" cy="1609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CustomShape 52"/>
            <p:cNvSpPr/>
            <p:nvPr/>
          </p:nvSpPr>
          <p:spPr>
            <a:xfrm>
              <a:off x="2057400" y="2209680"/>
              <a:ext cx="151560" cy="2515320"/>
            </a:xfrm>
            <a:custGeom>
              <a:avLst/>
              <a:gdLst/>
              <a:ahLst/>
              <a:rect l="l" t="t" r="r" b="b"/>
              <a:pathLst>
                <a:path w="152400" h="2515870">
                  <a:moveTo>
                    <a:pt x="0" y="2514600"/>
                  </a:moveTo>
                  <a:lnTo>
                    <a:pt x="152400" y="2515870"/>
                  </a:lnTo>
                  <a:moveTo>
                    <a:pt x="0" y="1524000"/>
                  </a:moveTo>
                  <a:lnTo>
                    <a:pt x="152400" y="1525270"/>
                  </a:lnTo>
                  <a:moveTo>
                    <a:pt x="0" y="990600"/>
                  </a:moveTo>
                  <a:lnTo>
                    <a:pt x="152400" y="991870"/>
                  </a:lnTo>
                  <a:moveTo>
                    <a:pt x="0" y="0"/>
                  </a:moveTo>
                  <a:lnTo>
                    <a:pt x="152400" y="127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0" name="CustomShape 53"/>
          <p:cNvSpPr/>
          <p:nvPr/>
        </p:nvSpPr>
        <p:spPr>
          <a:xfrm>
            <a:off x="5335200" y="3385800"/>
            <a:ext cx="549720" cy="1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r>
              <a:rPr b="0" lang="en-IN" sz="1200" spc="-6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MHz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1" name="CustomShape 54"/>
          <p:cNvSpPr/>
          <p:nvPr/>
        </p:nvSpPr>
        <p:spPr>
          <a:xfrm>
            <a:off x="6172200" y="3003480"/>
            <a:ext cx="67932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200</a:t>
            </a:r>
            <a:r>
              <a:rPr b="0" lang="en-IN" sz="1400" spc="-6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kHz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2" name="CustomShape 55"/>
          <p:cNvSpPr/>
          <p:nvPr/>
        </p:nvSpPr>
        <p:spPr>
          <a:xfrm>
            <a:off x="1066680" y="4603680"/>
            <a:ext cx="88776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890.2</a:t>
            </a:r>
            <a:r>
              <a:rPr b="0" lang="en-IN" sz="1400" spc="-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MHz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3" name="CustomShape 56"/>
          <p:cNvSpPr/>
          <p:nvPr/>
        </p:nvSpPr>
        <p:spPr>
          <a:xfrm>
            <a:off x="1066680" y="3079800"/>
            <a:ext cx="88776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935.2</a:t>
            </a:r>
            <a:r>
              <a:rPr b="0" lang="en-IN" sz="1400" spc="-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MHz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4" name="CustomShape 57"/>
          <p:cNvSpPr/>
          <p:nvPr/>
        </p:nvSpPr>
        <p:spPr>
          <a:xfrm>
            <a:off x="1220400" y="3613320"/>
            <a:ext cx="73764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915</a:t>
            </a:r>
            <a:r>
              <a:rPr b="0" lang="en-IN" sz="14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MHz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5" name="CustomShape 58"/>
          <p:cNvSpPr/>
          <p:nvPr/>
        </p:nvSpPr>
        <p:spPr>
          <a:xfrm>
            <a:off x="1220400" y="2089080"/>
            <a:ext cx="73764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960</a:t>
            </a:r>
            <a:r>
              <a:rPr b="0" lang="en-IN" sz="14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MHz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6" name="CustomShape 59"/>
          <p:cNvSpPr/>
          <p:nvPr/>
        </p:nvSpPr>
        <p:spPr>
          <a:xfrm>
            <a:off x="685800" y="4047480"/>
            <a:ext cx="456480" cy="457920"/>
          </a:xfrm>
          <a:custGeom>
            <a:avLst/>
            <a:gdLst/>
            <a:ahLst/>
            <a:rect l="l" t="t" r="r" b="b"/>
            <a:pathLst>
              <a:path w="457200" h="458470">
                <a:moveTo>
                  <a:pt x="134619" y="0"/>
                </a:moveTo>
                <a:lnTo>
                  <a:pt x="0" y="0"/>
                </a:lnTo>
                <a:lnTo>
                  <a:pt x="0" y="200660"/>
                </a:lnTo>
                <a:lnTo>
                  <a:pt x="22502" y="272474"/>
                </a:lnTo>
                <a:lnTo>
                  <a:pt x="48354" y="305516"/>
                </a:lnTo>
                <a:lnTo>
                  <a:pt x="81915" y="335121"/>
                </a:lnTo>
                <a:lnTo>
                  <a:pt x="121666" y="360141"/>
                </a:lnTo>
                <a:lnTo>
                  <a:pt x="166092" y="379432"/>
                </a:lnTo>
                <a:lnTo>
                  <a:pt x="213672" y="391847"/>
                </a:lnTo>
                <a:lnTo>
                  <a:pt x="262890" y="396240"/>
                </a:lnTo>
                <a:lnTo>
                  <a:pt x="320040" y="396240"/>
                </a:lnTo>
                <a:lnTo>
                  <a:pt x="320040" y="458470"/>
                </a:lnTo>
                <a:lnTo>
                  <a:pt x="457200" y="328930"/>
                </a:lnTo>
                <a:lnTo>
                  <a:pt x="385224" y="261620"/>
                </a:lnTo>
                <a:lnTo>
                  <a:pt x="262890" y="261620"/>
                </a:lnTo>
                <a:lnTo>
                  <a:pt x="215522" y="256381"/>
                </a:lnTo>
                <a:lnTo>
                  <a:pt x="174466" y="242570"/>
                </a:lnTo>
                <a:lnTo>
                  <a:pt x="145553" y="223043"/>
                </a:lnTo>
                <a:lnTo>
                  <a:pt x="134619" y="200660"/>
                </a:lnTo>
                <a:lnTo>
                  <a:pt x="134619" y="0"/>
                </a:lnTo>
                <a:close/>
                <a:moveTo>
                  <a:pt x="320040" y="200660"/>
                </a:moveTo>
                <a:lnTo>
                  <a:pt x="320040" y="261620"/>
                </a:lnTo>
                <a:lnTo>
                  <a:pt x="385224" y="261620"/>
                </a:lnTo>
                <a:lnTo>
                  <a:pt x="320040" y="20066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CustomShape 60"/>
          <p:cNvSpPr/>
          <p:nvPr/>
        </p:nvSpPr>
        <p:spPr>
          <a:xfrm>
            <a:off x="692280" y="2362320"/>
            <a:ext cx="456480" cy="4564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257809" y="320039"/>
                </a:moveTo>
                <a:lnTo>
                  <a:pt x="0" y="320039"/>
                </a:lnTo>
                <a:lnTo>
                  <a:pt x="128269" y="457200"/>
                </a:lnTo>
                <a:lnTo>
                  <a:pt x="257809" y="320039"/>
                </a:lnTo>
                <a:close/>
                <a:moveTo>
                  <a:pt x="457200" y="0"/>
                </a:moveTo>
                <a:lnTo>
                  <a:pt x="257809" y="0"/>
                </a:lnTo>
                <a:lnTo>
                  <a:pt x="220910" y="5930"/>
                </a:lnTo>
                <a:lnTo>
                  <a:pt x="185261" y="22681"/>
                </a:lnTo>
                <a:lnTo>
                  <a:pt x="151993" y="48689"/>
                </a:lnTo>
                <a:lnTo>
                  <a:pt x="122237" y="82391"/>
                </a:lnTo>
                <a:lnTo>
                  <a:pt x="97125" y="122225"/>
                </a:lnTo>
                <a:lnTo>
                  <a:pt x="77787" y="166627"/>
                </a:lnTo>
                <a:lnTo>
                  <a:pt x="65355" y="214037"/>
                </a:lnTo>
                <a:lnTo>
                  <a:pt x="60959" y="262889"/>
                </a:lnTo>
                <a:lnTo>
                  <a:pt x="60959" y="320039"/>
                </a:lnTo>
                <a:lnTo>
                  <a:pt x="195580" y="320039"/>
                </a:lnTo>
                <a:lnTo>
                  <a:pt x="195580" y="262889"/>
                </a:lnTo>
                <a:lnTo>
                  <a:pt x="200838" y="216058"/>
                </a:lnTo>
                <a:lnTo>
                  <a:pt x="214788" y="174942"/>
                </a:lnTo>
                <a:lnTo>
                  <a:pt x="234692" y="145732"/>
                </a:lnTo>
                <a:lnTo>
                  <a:pt x="257809" y="134620"/>
                </a:lnTo>
                <a:lnTo>
                  <a:pt x="457200" y="134620"/>
                </a:lnTo>
                <a:lnTo>
                  <a:pt x="457200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1"/>
          <p:cNvSpPr/>
          <p:nvPr/>
        </p:nvSpPr>
        <p:spPr>
          <a:xfrm>
            <a:off x="6934320" y="3962520"/>
            <a:ext cx="456480" cy="4564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396240" y="137160"/>
                </a:moveTo>
                <a:lnTo>
                  <a:pt x="261620" y="137160"/>
                </a:lnTo>
                <a:lnTo>
                  <a:pt x="261620" y="194310"/>
                </a:lnTo>
                <a:lnTo>
                  <a:pt x="256361" y="241677"/>
                </a:lnTo>
                <a:lnTo>
                  <a:pt x="242411" y="282733"/>
                </a:lnTo>
                <a:lnTo>
                  <a:pt x="222507" y="311646"/>
                </a:lnTo>
                <a:lnTo>
                  <a:pt x="199390" y="322580"/>
                </a:lnTo>
                <a:lnTo>
                  <a:pt x="0" y="322580"/>
                </a:lnTo>
                <a:lnTo>
                  <a:pt x="0" y="457200"/>
                </a:lnTo>
                <a:lnTo>
                  <a:pt x="199390" y="457200"/>
                </a:lnTo>
                <a:lnTo>
                  <a:pt x="236289" y="451321"/>
                </a:lnTo>
                <a:lnTo>
                  <a:pt x="271938" y="434697"/>
                </a:lnTo>
                <a:lnTo>
                  <a:pt x="305206" y="408845"/>
                </a:lnTo>
                <a:lnTo>
                  <a:pt x="334962" y="375285"/>
                </a:lnTo>
                <a:lnTo>
                  <a:pt x="360074" y="335533"/>
                </a:lnTo>
                <a:lnTo>
                  <a:pt x="379412" y="291107"/>
                </a:lnTo>
                <a:lnTo>
                  <a:pt x="391844" y="243527"/>
                </a:lnTo>
                <a:lnTo>
                  <a:pt x="396240" y="194310"/>
                </a:lnTo>
                <a:lnTo>
                  <a:pt x="396240" y="137160"/>
                </a:lnTo>
                <a:close/>
                <a:moveTo>
                  <a:pt x="328929" y="0"/>
                </a:moveTo>
                <a:lnTo>
                  <a:pt x="199390" y="137160"/>
                </a:lnTo>
                <a:lnTo>
                  <a:pt x="457200" y="137160"/>
                </a:lnTo>
                <a:lnTo>
                  <a:pt x="328929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CustomShape 62"/>
          <p:cNvSpPr/>
          <p:nvPr/>
        </p:nvSpPr>
        <p:spPr>
          <a:xfrm>
            <a:off x="6858000" y="2286000"/>
            <a:ext cx="456480" cy="4564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439509" y="195579"/>
                </a:moveTo>
                <a:lnTo>
                  <a:pt x="194309" y="195579"/>
                </a:lnTo>
                <a:lnTo>
                  <a:pt x="241677" y="200838"/>
                </a:lnTo>
                <a:lnTo>
                  <a:pt x="282733" y="214788"/>
                </a:lnTo>
                <a:lnTo>
                  <a:pt x="311646" y="234692"/>
                </a:lnTo>
                <a:lnTo>
                  <a:pt x="322579" y="257810"/>
                </a:lnTo>
                <a:lnTo>
                  <a:pt x="322579" y="457200"/>
                </a:lnTo>
                <a:lnTo>
                  <a:pt x="457200" y="457200"/>
                </a:lnTo>
                <a:lnTo>
                  <a:pt x="457200" y="257810"/>
                </a:lnTo>
                <a:lnTo>
                  <a:pt x="451321" y="220910"/>
                </a:lnTo>
                <a:lnTo>
                  <a:pt x="439509" y="195579"/>
                </a:lnTo>
                <a:close/>
                <a:moveTo>
                  <a:pt x="137159" y="0"/>
                </a:moveTo>
                <a:lnTo>
                  <a:pt x="0" y="128270"/>
                </a:lnTo>
                <a:lnTo>
                  <a:pt x="137159" y="257810"/>
                </a:lnTo>
                <a:lnTo>
                  <a:pt x="137159" y="195579"/>
                </a:lnTo>
                <a:lnTo>
                  <a:pt x="439509" y="195579"/>
                </a:lnTo>
                <a:lnTo>
                  <a:pt x="408845" y="151993"/>
                </a:lnTo>
                <a:lnTo>
                  <a:pt x="375284" y="122237"/>
                </a:lnTo>
                <a:lnTo>
                  <a:pt x="335533" y="97125"/>
                </a:lnTo>
                <a:lnTo>
                  <a:pt x="291107" y="77787"/>
                </a:lnTo>
                <a:lnTo>
                  <a:pt x="243527" y="65355"/>
                </a:lnTo>
                <a:lnTo>
                  <a:pt x="194309" y="60960"/>
                </a:lnTo>
                <a:lnTo>
                  <a:pt x="137159" y="60960"/>
                </a:lnTo>
                <a:lnTo>
                  <a:pt x="137159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GSM uplink/downlink </a:t>
            </a:r>
            <a:r>
              <a:rPr b="0" lang="en-IN" sz="3600" spc="-9" strike="noStrike">
                <a:solidFill>
                  <a:srgbClr val="333399"/>
                </a:solidFill>
                <a:latin typeface="DejaVu Sans"/>
              </a:rPr>
              <a:t>frequency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bands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31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32" name="CustomShape 3"/>
          <p:cNvSpPr/>
          <p:nvPr/>
        </p:nvSpPr>
        <p:spPr>
          <a:xfrm>
            <a:off x="1592640" y="2050920"/>
            <a:ext cx="7380000" cy="426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uplink and downlink 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take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place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in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different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time  slots using TDMA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uplink and downlink channels have a bandwidth  of 25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MHz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these channels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further split up in a 124 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carrier frequencies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(1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control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channels and the 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rest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as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traffic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channels); each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carrier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frequency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is spaced 200 KHz apart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to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avoid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interference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these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carrier frequencies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further devided by  time using TDMA and each time slot lasts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for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0.577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ms.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33" name="CustomShape 4"/>
          <p:cNvSpPr/>
          <p:nvPr/>
        </p:nvSpPr>
        <p:spPr>
          <a:xfrm>
            <a:off x="1261080" y="29145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34" name="CustomShape 5"/>
          <p:cNvSpPr/>
          <p:nvPr/>
        </p:nvSpPr>
        <p:spPr>
          <a:xfrm>
            <a:off x="1261080" y="37209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35" name="CustomShape 6"/>
          <p:cNvSpPr/>
          <p:nvPr/>
        </p:nvSpPr>
        <p:spPr>
          <a:xfrm>
            <a:off x="1261080" y="526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Table 1"/>
          <p:cNvGraphicFramePr/>
          <p:nvPr/>
        </p:nvGraphicFramePr>
        <p:xfrm>
          <a:off x="678960" y="3688920"/>
          <a:ext cx="6662880" cy="341640"/>
        </p:xfrm>
        <a:graphic>
          <a:graphicData uri="http://schemas.openxmlformats.org/drawingml/2006/table">
            <a:tbl>
              <a:tblPr/>
              <a:tblGrid>
                <a:gridCol w="328680"/>
                <a:gridCol w="752400"/>
                <a:gridCol w="760680"/>
                <a:gridCol w="760680"/>
                <a:gridCol w="758520"/>
                <a:gridCol w="759960"/>
                <a:gridCol w="758520"/>
                <a:gridCol w="695160"/>
                <a:gridCol w="690120"/>
                <a:gridCol w="398520"/>
              </a:tblGrid>
              <a:tr h="341640">
                <a:tc>
                  <a:tcPr marL="91440" marR="91440">
                    <a:lnR w="12240">
                      <a:solidFill>
                        <a:srgbClr val="000000"/>
                      </a:solidFill>
                    </a:lnR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37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57240" algn="ctr">
                        <a:lnSpc>
                          <a:spcPct val="100000"/>
                        </a:lnSpc>
                        <a:spcBef>
                          <a:spcPts val="37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63360" algn="ctr">
                        <a:lnSpc>
                          <a:spcPct val="100000"/>
                        </a:lnSpc>
                        <a:spcBef>
                          <a:spcPts val="37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000000"/>
                      </a:solidFill>
                    </a:lnL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7" name="CustomShape 2"/>
          <p:cNvSpPr/>
          <p:nvPr/>
        </p:nvSpPr>
        <p:spPr>
          <a:xfrm>
            <a:off x="7337880" y="5460840"/>
            <a:ext cx="126360" cy="75600"/>
          </a:xfrm>
          <a:custGeom>
            <a:avLst/>
            <a:gdLst/>
            <a:ahLst/>
            <a:rect l="l" t="t" r="r" b="b"/>
            <a:pathLst>
              <a:path w="127000" h="76200">
                <a:moveTo>
                  <a:pt x="0" y="0"/>
                </a:moveTo>
                <a:lnTo>
                  <a:pt x="50800" y="38100"/>
                </a:lnTo>
                <a:lnTo>
                  <a:pt x="0" y="76200"/>
                </a:lnTo>
                <a:lnTo>
                  <a:pt x="1270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38" name="Table 3"/>
          <p:cNvGraphicFramePr/>
          <p:nvPr/>
        </p:nvGraphicFramePr>
        <p:xfrm>
          <a:off x="678960" y="5144040"/>
          <a:ext cx="6662880" cy="338400"/>
        </p:xfrm>
        <a:graphic>
          <a:graphicData uri="http://schemas.openxmlformats.org/drawingml/2006/table">
            <a:tbl>
              <a:tblPr/>
              <a:tblGrid>
                <a:gridCol w="322920"/>
                <a:gridCol w="637920"/>
                <a:gridCol w="501480"/>
                <a:gridCol w="1202040"/>
                <a:gridCol w="316800"/>
                <a:gridCol w="695160"/>
                <a:gridCol w="316080"/>
                <a:gridCol w="1202400"/>
                <a:gridCol w="500760"/>
                <a:gridCol w="575640"/>
                <a:gridCol w="392040"/>
              </a:tblGrid>
              <a:tr h="744840">
                <a:tc>
                  <a:tcPr marL="91440" marR="91440">
                    <a:lnR w="18720">
                      <a:solidFill>
                        <a:srgbClr val="000000"/>
                      </a:solidFill>
                    </a:lnR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63360">
                        <a:lnSpc>
                          <a:spcPts val="104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guard</a:t>
                      </a:r>
                      <a:endParaRPr b="0" lang="en-IN" sz="1400" spc="-1" strike="noStrike">
                        <a:latin typeface="Arial"/>
                      </a:endParaRPr>
                    </a:p>
                    <a:p>
                      <a:pPr marL="63360">
                        <a:lnSpc>
                          <a:spcPts val="1531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space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125640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tail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161280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user data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130320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29160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b="0" lang="en-IN" sz="1400" spc="-9" strike="noStrike">
                          <a:solidFill>
                            <a:srgbClr val="000000"/>
                          </a:solidFill>
                          <a:latin typeface="Arial"/>
                        </a:rPr>
                        <a:t>Training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12816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20376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user</a:t>
                      </a:r>
                      <a:r>
                        <a:rPr b="0" lang="en-IN" sz="1400" spc="-9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data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1314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tail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e3a7"/>
                    </a:solidFill>
                  </a:tcPr>
                </a:tc>
                <a:tc>
                  <a:txBody>
                    <a:bodyPr/>
                    <a:p>
                      <a:pPr marL="23400">
                        <a:lnSpc>
                          <a:spcPts val="1029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guard</a:t>
                      </a:r>
                      <a:endParaRPr b="0" lang="en-IN" sz="1400" spc="-1" strike="noStrike">
                        <a:latin typeface="Arial"/>
                      </a:endParaRPr>
                    </a:p>
                    <a:p>
                      <a:pPr marL="23400">
                        <a:lnSpc>
                          <a:spcPts val="1539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space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solidFill>
                        <a:srgbClr val="000000"/>
                      </a:solidFill>
                    </a:lnL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9" name="CustomShape 4"/>
          <p:cNvSpPr/>
          <p:nvPr/>
        </p:nvSpPr>
        <p:spPr>
          <a:xfrm>
            <a:off x="7337880" y="4011840"/>
            <a:ext cx="126360" cy="74160"/>
          </a:xfrm>
          <a:custGeom>
            <a:avLst/>
            <a:gdLst/>
            <a:ahLst/>
            <a:rect l="l" t="t" r="r" b="b"/>
            <a:pathLst>
              <a:path w="127000" h="74929">
                <a:moveTo>
                  <a:pt x="0" y="0"/>
                </a:moveTo>
                <a:lnTo>
                  <a:pt x="50800" y="38100"/>
                </a:lnTo>
                <a:lnTo>
                  <a:pt x="0" y="74930"/>
                </a:lnTo>
                <a:lnTo>
                  <a:pt x="1270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40" name="Table 5"/>
          <p:cNvGraphicFramePr/>
          <p:nvPr/>
        </p:nvGraphicFramePr>
        <p:xfrm>
          <a:off x="1008360" y="2419560"/>
          <a:ext cx="5925240" cy="317880"/>
        </p:xfrm>
        <a:graphic>
          <a:graphicData uri="http://schemas.openxmlformats.org/drawingml/2006/table">
            <a:tbl>
              <a:tblPr/>
              <a:tblGrid>
                <a:gridCol w="1955520"/>
                <a:gridCol w="507960"/>
                <a:gridCol w="3462120"/>
              </a:tblGrid>
              <a:tr h="317880">
                <a:tc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155520" algn="ctr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higher GSM frame</a:t>
                      </a:r>
                      <a:r>
                        <a:rPr b="0" lang="en-IN" sz="1600" spc="-29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structures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1" name="CustomShape 6"/>
          <p:cNvSpPr/>
          <p:nvPr/>
        </p:nvSpPr>
        <p:spPr>
          <a:xfrm>
            <a:off x="990720" y="4033440"/>
            <a:ext cx="5949360" cy="1096560"/>
          </a:xfrm>
          <a:custGeom>
            <a:avLst/>
            <a:gdLst/>
            <a:ahLst/>
            <a:rect l="l" t="t" r="r" b="b"/>
            <a:pathLst>
              <a:path w="5949950" h="1097279">
                <a:moveTo>
                  <a:pt x="1546860" y="0"/>
                </a:moveTo>
                <a:lnTo>
                  <a:pt x="0" y="1097279"/>
                </a:lnTo>
                <a:moveTo>
                  <a:pt x="2288540" y="17779"/>
                </a:moveTo>
                <a:lnTo>
                  <a:pt x="5949950" y="1097279"/>
                </a:lnTo>
              </a:path>
            </a:pathLst>
          </a:custGeom>
          <a:noFill/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342" name="Table 7"/>
          <p:cNvGraphicFramePr/>
          <p:nvPr/>
        </p:nvGraphicFramePr>
        <p:xfrm>
          <a:off x="1491120" y="1640880"/>
          <a:ext cx="4725000" cy="336960"/>
        </p:xfrm>
        <a:graphic>
          <a:graphicData uri="http://schemas.openxmlformats.org/drawingml/2006/table">
            <a:tbl>
              <a:tblPr/>
              <a:tblGrid>
                <a:gridCol w="235440"/>
                <a:gridCol w="1848960"/>
                <a:gridCol w="538200"/>
                <a:gridCol w="1866240"/>
                <a:gridCol w="236520"/>
              </a:tblGrid>
              <a:tr h="428760">
                <a:tc>
                  <a:tcPr marL="91440" marR="91440">
                    <a:lnR w="18720">
                      <a:solidFill>
                        <a:srgbClr val="000000"/>
                      </a:solidFill>
                    </a:lnR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solidFill>
                        <a:srgbClr val="000000"/>
                      </a:solidFill>
                    </a:lnL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440" marR="91440">
                    <a:lnT w="18720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grpSp>
        <p:nvGrpSpPr>
          <p:cNvPr id="343" name="Group 8"/>
          <p:cNvGrpSpPr/>
          <p:nvPr/>
        </p:nvGrpSpPr>
        <p:grpSpPr>
          <a:xfrm>
            <a:off x="1015920" y="886320"/>
            <a:ext cx="6186960" cy="1550160"/>
            <a:chOff x="1015920" y="886320"/>
            <a:chExt cx="6186960" cy="1550160"/>
          </a:xfrm>
        </p:grpSpPr>
        <p:sp>
          <p:nvSpPr>
            <p:cNvPr id="344" name="CustomShape 9"/>
            <p:cNvSpPr/>
            <p:nvPr/>
          </p:nvSpPr>
          <p:spPr>
            <a:xfrm>
              <a:off x="1015920" y="976680"/>
              <a:ext cx="1318680" cy="1449720"/>
            </a:xfrm>
            <a:custGeom>
              <a:avLst/>
              <a:gdLst/>
              <a:ahLst/>
              <a:rect l="l" t="t" r="r" b="b"/>
              <a:pathLst>
                <a:path w="1319530" h="1450339">
                  <a:moveTo>
                    <a:pt x="0" y="1450340"/>
                  </a:moveTo>
                  <a:lnTo>
                    <a:pt x="1319530" y="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CustomShape 10"/>
            <p:cNvSpPr/>
            <p:nvPr/>
          </p:nvSpPr>
          <p:spPr>
            <a:xfrm>
              <a:off x="2303640" y="886320"/>
              <a:ext cx="112320" cy="118800"/>
            </a:xfrm>
            <a:custGeom>
              <a:avLst/>
              <a:gdLst/>
              <a:ahLst/>
              <a:rect l="l" t="t" r="r" b="b"/>
              <a:pathLst>
                <a:path w="113030" h="119380">
                  <a:moveTo>
                    <a:pt x="113030" y="0"/>
                  </a:moveTo>
                  <a:lnTo>
                    <a:pt x="0" y="68579"/>
                  </a:lnTo>
                  <a:lnTo>
                    <a:pt x="62230" y="55879"/>
                  </a:lnTo>
                  <a:lnTo>
                    <a:pt x="55880" y="119379"/>
                  </a:lnTo>
                  <a:lnTo>
                    <a:pt x="1130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CustomShape 11"/>
            <p:cNvSpPr/>
            <p:nvPr/>
          </p:nvSpPr>
          <p:spPr>
            <a:xfrm>
              <a:off x="1498680" y="1061640"/>
              <a:ext cx="5704200" cy="1374840"/>
            </a:xfrm>
            <a:custGeom>
              <a:avLst/>
              <a:gdLst/>
              <a:ahLst/>
              <a:rect l="l" t="t" r="r" b="b"/>
              <a:pathLst>
                <a:path w="5704840" h="1375410">
                  <a:moveTo>
                    <a:pt x="750569" y="19050"/>
                  </a:moveTo>
                  <a:lnTo>
                    <a:pt x="5452109" y="20319"/>
                  </a:lnTo>
                  <a:moveTo>
                    <a:pt x="5459730" y="1371600"/>
                  </a:moveTo>
                  <a:lnTo>
                    <a:pt x="5704840" y="1084579"/>
                  </a:lnTo>
                  <a:moveTo>
                    <a:pt x="1459230" y="1375409"/>
                  </a:moveTo>
                  <a:lnTo>
                    <a:pt x="1939289" y="831850"/>
                  </a:lnTo>
                  <a:moveTo>
                    <a:pt x="1964689" y="1375409"/>
                  </a:moveTo>
                  <a:lnTo>
                    <a:pt x="2446020" y="831850"/>
                  </a:lnTo>
                  <a:moveTo>
                    <a:pt x="0" y="833119"/>
                  </a:moveTo>
                  <a:lnTo>
                    <a:pt x="4489450" y="835659"/>
                  </a:lnTo>
                  <a:moveTo>
                    <a:pt x="236219" y="585469"/>
                  </a:moveTo>
                  <a:lnTo>
                    <a:pt x="4725670" y="588009"/>
                  </a:lnTo>
                  <a:moveTo>
                    <a:pt x="234950" y="576579"/>
                  </a:moveTo>
                  <a:lnTo>
                    <a:pt x="236219" y="824229"/>
                  </a:lnTo>
                  <a:moveTo>
                    <a:pt x="2084070" y="835659"/>
                  </a:moveTo>
                  <a:lnTo>
                    <a:pt x="2085339" y="575309"/>
                  </a:lnTo>
                  <a:moveTo>
                    <a:pt x="2622550" y="835659"/>
                  </a:moveTo>
                  <a:lnTo>
                    <a:pt x="2623820" y="575309"/>
                  </a:lnTo>
                  <a:moveTo>
                    <a:pt x="2075179" y="588009"/>
                  </a:moveTo>
                  <a:lnTo>
                    <a:pt x="2597150" y="0"/>
                  </a:lnTo>
                  <a:moveTo>
                    <a:pt x="2622550" y="595629"/>
                  </a:moveTo>
                  <a:lnTo>
                    <a:pt x="3143250" y="635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47" name="Group 12"/>
          <p:cNvGrpSpPr/>
          <p:nvPr/>
        </p:nvGrpSpPr>
        <p:grpSpPr>
          <a:xfrm>
            <a:off x="692280" y="2499480"/>
            <a:ext cx="6771960" cy="1185480"/>
            <a:chOff x="692280" y="2499480"/>
            <a:chExt cx="6771960" cy="1185480"/>
          </a:xfrm>
        </p:grpSpPr>
        <p:sp>
          <p:nvSpPr>
            <p:cNvPr id="348" name="CustomShape 13"/>
            <p:cNvSpPr/>
            <p:nvPr/>
          </p:nvSpPr>
          <p:spPr>
            <a:xfrm>
              <a:off x="692280" y="2782440"/>
              <a:ext cx="6650280" cy="1800"/>
            </a:xfrm>
            <a:custGeom>
              <a:avLst/>
              <a:gdLst/>
              <a:ahLst/>
              <a:rect l="l" t="t" r="r" b="b"/>
              <a:pathLst>
                <a:path w="6650990" h="2539">
                  <a:moveTo>
                    <a:pt x="0" y="0"/>
                  </a:moveTo>
                  <a:lnTo>
                    <a:pt x="6650990" y="2539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CustomShape 14"/>
            <p:cNvSpPr/>
            <p:nvPr/>
          </p:nvSpPr>
          <p:spPr>
            <a:xfrm>
              <a:off x="7337880" y="2747160"/>
              <a:ext cx="126360" cy="74160"/>
            </a:xfrm>
            <a:custGeom>
              <a:avLst/>
              <a:gdLst/>
              <a:ahLst/>
              <a:rect l="l" t="t" r="r" b="b"/>
              <a:pathLst>
                <a:path w="127000" h="74930">
                  <a:moveTo>
                    <a:pt x="0" y="0"/>
                  </a:moveTo>
                  <a:lnTo>
                    <a:pt x="50800" y="38100"/>
                  </a:lnTo>
                  <a:lnTo>
                    <a:pt x="0" y="74929"/>
                  </a:lnTo>
                  <a:lnTo>
                    <a:pt x="1270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CustomShape 15"/>
            <p:cNvSpPr/>
            <p:nvPr/>
          </p:nvSpPr>
          <p:spPr>
            <a:xfrm>
              <a:off x="996840" y="2499480"/>
              <a:ext cx="6213240" cy="1185480"/>
            </a:xfrm>
            <a:custGeom>
              <a:avLst/>
              <a:gdLst/>
              <a:ahLst/>
              <a:rect l="l" t="t" r="r" b="b"/>
              <a:pathLst>
                <a:path w="6214109" h="1186179">
                  <a:moveTo>
                    <a:pt x="5969000" y="288289"/>
                  </a:moveTo>
                  <a:lnTo>
                    <a:pt x="6214109" y="0"/>
                  </a:lnTo>
                  <a:moveTo>
                    <a:pt x="1971039" y="278129"/>
                  </a:moveTo>
                  <a:lnTo>
                    <a:pt x="0" y="1186179"/>
                  </a:lnTo>
                  <a:moveTo>
                    <a:pt x="2476500" y="271779"/>
                  </a:moveTo>
                  <a:lnTo>
                    <a:pt x="5969000" y="1186179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1" name="CustomShape 16"/>
          <p:cNvSpPr/>
          <p:nvPr/>
        </p:nvSpPr>
        <p:spPr>
          <a:xfrm rot="18780000">
            <a:off x="795600" y="1827360"/>
            <a:ext cx="806040" cy="177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ts val="1400"/>
              </a:lnSpc>
            </a:pPr>
            <a:r>
              <a:rPr b="0" lang="en-IN" sz="1400" spc="-26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r>
              <a:rPr b="0" lang="en-IN" sz="1400" spc="-29" strike="noStrike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r>
              <a:rPr b="0" lang="en-IN" sz="1400" spc="-26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r>
              <a:rPr b="0" lang="en-IN" sz="2100" spc="-41" strike="noStrike" baseline="1000">
                <a:solidFill>
                  <a:srgbClr val="000000"/>
                </a:solidFill>
                <a:latin typeface="Arial"/>
                <a:ea typeface="DejaVu Sans"/>
              </a:rPr>
              <a:t>q</a:t>
            </a:r>
            <a:r>
              <a:rPr b="0" lang="en-IN" sz="2100" spc="-32" strike="noStrike" baseline="1000">
                <a:solidFill>
                  <a:srgbClr val="000000"/>
                </a:solidFill>
                <a:latin typeface="Arial"/>
                <a:ea typeface="DejaVu Sans"/>
              </a:rPr>
              <a:t>u</a:t>
            </a:r>
            <a:r>
              <a:rPr b="0" lang="en-IN" sz="2100" spc="-41" strike="noStrike" baseline="1000">
                <a:solidFill>
                  <a:srgbClr val="000000"/>
                </a:solidFill>
                <a:latin typeface="Arial"/>
                <a:ea typeface="DejaVu Sans"/>
              </a:rPr>
              <a:t>en</a:t>
            </a:r>
            <a:r>
              <a:rPr b="0" lang="en-IN" sz="2100" spc="-18" strike="noStrike" baseline="3000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r>
              <a:rPr b="0" lang="en-IN" sz="2100" spc="-1" strike="noStrike" baseline="3000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52" name="CustomShape 17"/>
          <p:cNvSpPr/>
          <p:nvPr/>
        </p:nvSpPr>
        <p:spPr>
          <a:xfrm>
            <a:off x="2390040" y="1102320"/>
            <a:ext cx="4493880" cy="249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2340720">
              <a:lnSpc>
                <a:spcPts val="1315"/>
              </a:lnSpc>
              <a:spcBef>
                <a:spcPts val="99"/>
              </a:spcBef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935-960 MHz</a:t>
            </a:r>
            <a:endParaRPr b="0" lang="en-IN" sz="1100" spc="-1" strike="noStrike">
              <a:latin typeface="Arial"/>
            </a:endParaRPr>
          </a:p>
          <a:p>
            <a:pPr marL="2340720">
              <a:lnSpc>
                <a:spcPts val="1321"/>
              </a:lnSpc>
              <a:spcBef>
                <a:spcPts val="40"/>
              </a:spcBef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124 channels (200</a:t>
            </a:r>
            <a:r>
              <a:rPr b="0" lang="en-IN" sz="1100" spc="-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kHz)  downlink</a:t>
            </a:r>
            <a:endParaRPr b="0" lang="en-IN" sz="1100" spc="-1" strike="noStrike">
              <a:latin typeface="Arial"/>
            </a:endParaRPr>
          </a:p>
          <a:p>
            <a:pPr marL="2340720">
              <a:lnSpc>
                <a:spcPct val="100000"/>
              </a:lnSpc>
            </a:pPr>
            <a:endParaRPr b="0" lang="en-IN" sz="1100" spc="-1" strike="noStrike">
              <a:latin typeface="Arial"/>
            </a:endParaRPr>
          </a:p>
          <a:p>
            <a:pPr marL="2340720">
              <a:lnSpc>
                <a:spcPct val="100000"/>
              </a:lnSpc>
              <a:spcBef>
                <a:spcPts val="1035"/>
              </a:spcBef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890-915 MHz</a:t>
            </a:r>
            <a:endParaRPr b="0" lang="en-IN" sz="1100" spc="-1" strike="noStrike">
              <a:latin typeface="Arial"/>
            </a:endParaRPr>
          </a:p>
          <a:p>
            <a:pPr marL="2340720">
              <a:lnSpc>
                <a:spcPct val="100000"/>
              </a:lnSpc>
            </a:pP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124 channels (200</a:t>
            </a:r>
            <a:r>
              <a:rPr b="0" lang="en-IN" sz="1100" spc="-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100" spc="-1" strike="noStrike">
                <a:solidFill>
                  <a:srgbClr val="000000"/>
                </a:solidFill>
                <a:latin typeface="Arial"/>
                <a:ea typeface="DejaVu Sans"/>
              </a:rPr>
              <a:t>kHz)  uplink</a:t>
            </a:r>
            <a:endParaRPr b="0" lang="en-IN" sz="1100" spc="-1" strike="noStrike">
              <a:latin typeface="Arial"/>
            </a:endParaRPr>
          </a:p>
          <a:p>
            <a:pPr marL="2340720">
              <a:lnSpc>
                <a:spcPct val="100000"/>
              </a:lnSpc>
            </a:pPr>
            <a:endParaRPr b="0" lang="en-IN" sz="1100" spc="-1" strike="noStrike">
              <a:latin typeface="Arial"/>
            </a:endParaRPr>
          </a:p>
          <a:p>
            <a:pPr marL="2340720">
              <a:lnSpc>
                <a:spcPct val="100000"/>
              </a:lnSpc>
              <a:spcBef>
                <a:spcPts val="20"/>
              </a:spcBef>
            </a:pPr>
            <a:endParaRPr b="0" lang="en-IN" sz="1100" spc="-1" strike="noStrike">
              <a:latin typeface="Arial"/>
            </a:endParaRPr>
          </a:p>
          <a:p>
            <a:pPr marL="2340720" algn="r">
              <a:lnSpc>
                <a:spcPct val="100000"/>
              </a:lnSpc>
            </a:pPr>
            <a:r>
              <a:rPr b="0" lang="en-IN" sz="1400" spc="7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b="0" lang="en-IN" sz="1400" spc="-7" strike="noStrike">
                <a:solidFill>
                  <a:srgbClr val="000000"/>
                </a:solidFill>
                <a:latin typeface="Arial"/>
                <a:ea typeface="DejaVu Sans"/>
              </a:rPr>
              <a:t>m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endParaRPr b="0" lang="en-IN" sz="1400" spc="-1" strike="noStrike">
              <a:latin typeface="Arial"/>
            </a:endParaRPr>
          </a:p>
          <a:p>
            <a:pPr marL="2340720">
              <a:lnSpc>
                <a:spcPct val="100000"/>
              </a:lnSpc>
              <a:spcBef>
                <a:spcPts val="45"/>
              </a:spcBef>
            </a:pPr>
            <a:endParaRPr b="0" lang="en-IN" sz="14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GSM 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TDMA</a:t>
            </a:r>
            <a:r>
              <a:rPr b="0" lang="en-IN" sz="1600" spc="-13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frame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53" name="CustomShape 18"/>
          <p:cNvSpPr/>
          <p:nvPr/>
        </p:nvSpPr>
        <p:spPr>
          <a:xfrm>
            <a:off x="2388960" y="4709160"/>
            <a:ext cx="26276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GSM time-slot (normal</a:t>
            </a:r>
            <a:r>
              <a:rPr b="0" lang="en-IN" sz="16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burst)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354" name="Group 19"/>
          <p:cNvGrpSpPr/>
          <p:nvPr/>
        </p:nvGrpSpPr>
        <p:grpSpPr>
          <a:xfrm>
            <a:off x="1008360" y="4226400"/>
            <a:ext cx="5945400" cy="74160"/>
            <a:chOff x="1008360" y="4226400"/>
            <a:chExt cx="5945400" cy="74160"/>
          </a:xfrm>
        </p:grpSpPr>
        <p:sp>
          <p:nvSpPr>
            <p:cNvPr id="355" name="CustomShape 20"/>
            <p:cNvSpPr/>
            <p:nvPr/>
          </p:nvSpPr>
          <p:spPr>
            <a:xfrm>
              <a:off x="1128960" y="4264560"/>
              <a:ext cx="5704200" cy="360"/>
            </a:xfrm>
            <a:custGeom>
              <a:avLst/>
              <a:gdLst/>
              <a:ahLst/>
              <a:rect l="l" t="t" r="r" b="b"/>
              <a:pathLst>
                <a:path w="5704840" h="0">
                  <a:moveTo>
                    <a:pt x="0" y="0"/>
                  </a:moveTo>
                  <a:lnTo>
                    <a:pt x="5704840" y="0"/>
                  </a:lnTo>
                </a:path>
              </a:pathLst>
            </a:custGeom>
            <a:noFill/>
            <a:ln w="12600">
              <a:solidFill>
                <a:srgbClr val="1b1b1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CustomShape 21"/>
            <p:cNvSpPr/>
            <p:nvPr/>
          </p:nvSpPr>
          <p:spPr>
            <a:xfrm>
              <a:off x="1008360" y="4226400"/>
              <a:ext cx="5945400" cy="74160"/>
            </a:xfrm>
            <a:custGeom>
              <a:avLst/>
              <a:gdLst/>
              <a:ahLst/>
              <a:rect l="l" t="t" r="r" b="b"/>
              <a:pathLst>
                <a:path w="5946140" h="74929">
                  <a:moveTo>
                    <a:pt x="125730" y="0"/>
                  </a:moveTo>
                  <a:lnTo>
                    <a:pt x="0" y="38100"/>
                  </a:lnTo>
                  <a:lnTo>
                    <a:pt x="125730" y="74930"/>
                  </a:lnTo>
                  <a:lnTo>
                    <a:pt x="74930" y="38100"/>
                  </a:lnTo>
                  <a:lnTo>
                    <a:pt x="125730" y="0"/>
                  </a:lnTo>
                  <a:close/>
                  <a:moveTo>
                    <a:pt x="5946140" y="38100"/>
                  </a:moveTo>
                  <a:lnTo>
                    <a:pt x="5820410" y="0"/>
                  </a:lnTo>
                  <a:lnTo>
                    <a:pt x="5871210" y="38100"/>
                  </a:lnTo>
                  <a:lnTo>
                    <a:pt x="5820410" y="74930"/>
                  </a:lnTo>
                  <a:lnTo>
                    <a:pt x="5946140" y="3810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7" name="CustomShape 22"/>
          <p:cNvSpPr/>
          <p:nvPr/>
        </p:nvSpPr>
        <p:spPr>
          <a:xfrm>
            <a:off x="6983640" y="4129920"/>
            <a:ext cx="8589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4.615</a:t>
            </a:r>
            <a:r>
              <a:rPr b="0" lang="en-IN" sz="1600" spc="-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358" name="Group 23"/>
          <p:cNvGrpSpPr/>
          <p:nvPr/>
        </p:nvGrpSpPr>
        <p:grpSpPr>
          <a:xfrm>
            <a:off x="1657440" y="5767200"/>
            <a:ext cx="4731480" cy="75600"/>
            <a:chOff x="1657440" y="5767200"/>
            <a:chExt cx="4731480" cy="75600"/>
          </a:xfrm>
        </p:grpSpPr>
        <p:sp>
          <p:nvSpPr>
            <p:cNvPr id="359" name="CustomShape 24"/>
            <p:cNvSpPr/>
            <p:nvPr/>
          </p:nvSpPr>
          <p:spPr>
            <a:xfrm>
              <a:off x="1778040" y="5805000"/>
              <a:ext cx="4489920" cy="360"/>
            </a:xfrm>
            <a:custGeom>
              <a:avLst/>
              <a:gdLst/>
              <a:ahLst/>
              <a:rect l="l" t="t" r="r" b="b"/>
              <a:pathLst>
                <a:path w="4490720" h="0">
                  <a:moveTo>
                    <a:pt x="0" y="0"/>
                  </a:moveTo>
                  <a:lnTo>
                    <a:pt x="4490720" y="0"/>
                  </a:lnTo>
                </a:path>
              </a:pathLst>
            </a:custGeom>
            <a:noFill/>
            <a:ln w="12600">
              <a:solidFill>
                <a:srgbClr val="1b1b1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CustomShape 25"/>
            <p:cNvSpPr/>
            <p:nvPr/>
          </p:nvSpPr>
          <p:spPr>
            <a:xfrm>
              <a:off x="1657440" y="5767200"/>
              <a:ext cx="4731480" cy="75600"/>
            </a:xfrm>
            <a:custGeom>
              <a:avLst/>
              <a:gdLst/>
              <a:ahLst/>
              <a:rect l="l" t="t" r="r" b="b"/>
              <a:pathLst>
                <a:path w="4732020" h="76200">
                  <a:moveTo>
                    <a:pt x="125730" y="0"/>
                  </a:moveTo>
                  <a:lnTo>
                    <a:pt x="0" y="38100"/>
                  </a:lnTo>
                  <a:lnTo>
                    <a:pt x="125730" y="76200"/>
                  </a:lnTo>
                  <a:lnTo>
                    <a:pt x="76200" y="38100"/>
                  </a:lnTo>
                  <a:lnTo>
                    <a:pt x="125730" y="0"/>
                  </a:lnTo>
                  <a:close/>
                  <a:moveTo>
                    <a:pt x="4732020" y="38100"/>
                  </a:moveTo>
                  <a:lnTo>
                    <a:pt x="4606290" y="0"/>
                  </a:lnTo>
                  <a:lnTo>
                    <a:pt x="4657090" y="38100"/>
                  </a:lnTo>
                  <a:lnTo>
                    <a:pt x="4606290" y="76200"/>
                  </a:lnTo>
                  <a:lnTo>
                    <a:pt x="4732020" y="3810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1" name="CustomShape 26"/>
          <p:cNvSpPr/>
          <p:nvPr/>
        </p:nvSpPr>
        <p:spPr>
          <a:xfrm>
            <a:off x="6409800" y="5670720"/>
            <a:ext cx="8082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546.5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µs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362" name="Group 27"/>
          <p:cNvGrpSpPr/>
          <p:nvPr/>
        </p:nvGrpSpPr>
        <p:grpSpPr>
          <a:xfrm>
            <a:off x="1026000" y="5966280"/>
            <a:ext cx="5937840" cy="74160"/>
            <a:chOff x="1026000" y="5966280"/>
            <a:chExt cx="5937840" cy="74160"/>
          </a:xfrm>
        </p:grpSpPr>
        <p:sp>
          <p:nvSpPr>
            <p:cNvPr id="363" name="CustomShape 28"/>
            <p:cNvSpPr/>
            <p:nvPr/>
          </p:nvSpPr>
          <p:spPr>
            <a:xfrm>
              <a:off x="1146960" y="6004440"/>
              <a:ext cx="5695200" cy="360"/>
            </a:xfrm>
            <a:custGeom>
              <a:avLst/>
              <a:gdLst/>
              <a:ahLst/>
              <a:rect l="l" t="t" r="r" b="b"/>
              <a:pathLst>
                <a:path w="5695950" h="0">
                  <a:moveTo>
                    <a:pt x="0" y="0"/>
                  </a:moveTo>
                  <a:lnTo>
                    <a:pt x="5695949" y="0"/>
                  </a:lnTo>
                </a:path>
              </a:pathLst>
            </a:custGeom>
            <a:noFill/>
            <a:ln w="12600">
              <a:solidFill>
                <a:srgbClr val="1b1b1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CustomShape 29"/>
            <p:cNvSpPr/>
            <p:nvPr/>
          </p:nvSpPr>
          <p:spPr>
            <a:xfrm>
              <a:off x="1026000" y="5966280"/>
              <a:ext cx="5937840" cy="74160"/>
            </a:xfrm>
            <a:custGeom>
              <a:avLst/>
              <a:gdLst/>
              <a:ahLst/>
              <a:rect l="l" t="t" r="r" b="b"/>
              <a:pathLst>
                <a:path w="5938520" h="74929">
                  <a:moveTo>
                    <a:pt x="125730" y="0"/>
                  </a:moveTo>
                  <a:lnTo>
                    <a:pt x="0" y="38100"/>
                  </a:lnTo>
                  <a:lnTo>
                    <a:pt x="125730" y="74930"/>
                  </a:lnTo>
                  <a:lnTo>
                    <a:pt x="74930" y="38100"/>
                  </a:lnTo>
                  <a:lnTo>
                    <a:pt x="125730" y="0"/>
                  </a:lnTo>
                  <a:close/>
                  <a:moveTo>
                    <a:pt x="5938520" y="38100"/>
                  </a:moveTo>
                  <a:lnTo>
                    <a:pt x="5811520" y="0"/>
                  </a:lnTo>
                  <a:lnTo>
                    <a:pt x="5862320" y="38100"/>
                  </a:lnTo>
                  <a:lnTo>
                    <a:pt x="5811520" y="74930"/>
                  </a:lnTo>
                  <a:lnTo>
                    <a:pt x="5938520" y="3810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5" name="CustomShape 30"/>
          <p:cNvSpPr/>
          <p:nvPr/>
        </p:nvSpPr>
        <p:spPr>
          <a:xfrm>
            <a:off x="6990120" y="5868720"/>
            <a:ext cx="6379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577</a:t>
            </a:r>
            <a:r>
              <a:rPr b="0" lang="en-IN" sz="1600" spc="-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µs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66" name="CustomShape 31"/>
          <p:cNvSpPr/>
          <p:nvPr/>
        </p:nvSpPr>
        <p:spPr>
          <a:xfrm>
            <a:off x="1677600" y="5513040"/>
            <a:ext cx="5112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67" name="CustomShape 32"/>
          <p:cNvSpPr/>
          <p:nvPr/>
        </p:nvSpPr>
        <p:spPr>
          <a:xfrm>
            <a:off x="2428200" y="5513040"/>
            <a:ext cx="6235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57</a:t>
            </a:r>
            <a:r>
              <a:rPr b="0" lang="en-IN" sz="1600" spc="-6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68" name="CustomShape 33"/>
          <p:cNvSpPr/>
          <p:nvPr/>
        </p:nvSpPr>
        <p:spPr>
          <a:xfrm>
            <a:off x="4997520" y="5511960"/>
            <a:ext cx="6228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57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69" name="CustomShape 34"/>
          <p:cNvSpPr/>
          <p:nvPr/>
        </p:nvSpPr>
        <p:spPr>
          <a:xfrm>
            <a:off x="3445560" y="5511960"/>
            <a:ext cx="1378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70" name="CustomShape 35"/>
          <p:cNvSpPr/>
          <p:nvPr/>
        </p:nvSpPr>
        <p:spPr>
          <a:xfrm>
            <a:off x="3722400" y="5513040"/>
            <a:ext cx="8719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26 bits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71" name="CustomShape 36"/>
          <p:cNvSpPr/>
          <p:nvPr/>
        </p:nvSpPr>
        <p:spPr>
          <a:xfrm>
            <a:off x="6097320" y="5510520"/>
            <a:ext cx="1378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72" name="CustomShape 37"/>
          <p:cNvSpPr/>
          <p:nvPr/>
        </p:nvSpPr>
        <p:spPr>
          <a:xfrm>
            <a:off x="1229400" y="185400"/>
            <a:ext cx="738036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 -</a:t>
            </a:r>
            <a:r>
              <a:rPr b="0" lang="en-IN" sz="4400" spc="-5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TDMA/FDMA</a:t>
            </a:r>
            <a:endParaRPr b="0" lang="en-IN" sz="4400" spc="-1" strike="noStrike"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CustomShape 1"/>
          <p:cNvSpPr/>
          <p:nvPr/>
        </p:nvSpPr>
        <p:spPr>
          <a:xfrm>
            <a:off x="1066680" y="2631600"/>
            <a:ext cx="5569560" cy="2549520"/>
          </a:xfrm>
          <a:custGeom>
            <a:avLst/>
            <a:gdLst/>
            <a:ahLst/>
            <a:rect l="l" t="t" r="r" b="b"/>
            <a:pathLst>
              <a:path w="5570220" h="2550160">
                <a:moveTo>
                  <a:pt x="383540" y="2546350"/>
                </a:moveTo>
                <a:lnTo>
                  <a:pt x="3966210" y="1917700"/>
                </a:lnTo>
                <a:moveTo>
                  <a:pt x="4883150" y="2550160"/>
                </a:moveTo>
                <a:lnTo>
                  <a:pt x="1360170" y="1380490"/>
                </a:lnTo>
                <a:moveTo>
                  <a:pt x="5570220" y="1560830"/>
                </a:moveTo>
                <a:lnTo>
                  <a:pt x="4286250" y="431800"/>
                </a:lnTo>
                <a:moveTo>
                  <a:pt x="4507230" y="1026160"/>
                </a:moveTo>
                <a:lnTo>
                  <a:pt x="1549400" y="0"/>
                </a:lnTo>
                <a:moveTo>
                  <a:pt x="1061720" y="1560830"/>
                </a:moveTo>
                <a:lnTo>
                  <a:pt x="3662679" y="469900"/>
                </a:lnTo>
                <a:moveTo>
                  <a:pt x="0" y="1024890"/>
                </a:moveTo>
                <a:lnTo>
                  <a:pt x="1069339" y="7620"/>
                </a:ln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CustomShape 2"/>
          <p:cNvSpPr/>
          <p:nvPr/>
        </p:nvSpPr>
        <p:spPr>
          <a:xfrm>
            <a:off x="2201040" y="291960"/>
            <a:ext cx="5059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200" spc="1" strike="noStrike">
                <a:solidFill>
                  <a:srgbClr val="333399"/>
                </a:solidFill>
                <a:latin typeface="DejaVu Sans"/>
              </a:rPr>
              <a:t>G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SM</a:t>
            </a:r>
            <a:r>
              <a:rPr b="0" lang="en-IN" sz="3200" spc="-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hier</a:t>
            </a:r>
            <a:r>
              <a:rPr b="0" lang="en-IN" sz="3200" spc="1" strike="noStrike">
                <a:solidFill>
                  <a:srgbClr val="333399"/>
                </a:solidFill>
                <a:latin typeface="DejaVu Sans"/>
              </a:rPr>
              <a:t>a</a:t>
            </a:r>
            <a:r>
              <a:rPr b="0" lang="en-IN" sz="3200" spc="-75" strike="noStrike">
                <a:solidFill>
                  <a:srgbClr val="333399"/>
                </a:solidFill>
                <a:latin typeface="DejaVu Sans"/>
              </a:rPr>
              <a:t>r</a:t>
            </a:r>
            <a:r>
              <a:rPr b="0" lang="en-IN" sz="3200" spc="1" strike="noStrike">
                <a:solidFill>
                  <a:srgbClr val="333399"/>
                </a:solidFill>
                <a:latin typeface="DejaVu Sans"/>
              </a:rPr>
              <a:t>c</a:t>
            </a: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h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y of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f</a:t>
            </a: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r</a:t>
            </a:r>
            <a:r>
              <a:rPr b="0" lang="en-IN" sz="3200" spc="1" strike="noStrike">
                <a:solidFill>
                  <a:srgbClr val="333399"/>
                </a:solidFill>
                <a:latin typeface="DejaVu Sans"/>
              </a:rPr>
              <a:t>a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mes</a:t>
            </a:r>
            <a:endParaRPr b="0" lang="en-IN" sz="3200" spc="-1" strike="noStrike">
              <a:latin typeface="Arial"/>
            </a:endParaRPr>
          </a:p>
        </p:txBody>
      </p:sp>
      <p:graphicFrame>
        <p:nvGraphicFramePr>
          <p:cNvPr id="375" name="Table 3"/>
          <p:cNvGraphicFramePr/>
          <p:nvPr/>
        </p:nvGraphicFramePr>
        <p:xfrm>
          <a:off x="1595520" y="1279440"/>
          <a:ext cx="4523760" cy="380160"/>
        </p:xfrm>
        <a:graphic>
          <a:graphicData uri="http://schemas.openxmlformats.org/drawingml/2006/table">
            <a:tbl>
              <a:tblPr/>
              <a:tblGrid>
                <a:gridCol w="533160"/>
                <a:gridCol w="533160"/>
                <a:gridCol w="533160"/>
                <a:gridCol w="1295280"/>
                <a:gridCol w="542880"/>
                <a:gridCol w="542880"/>
                <a:gridCol w="543600"/>
              </a:tblGrid>
              <a:tr h="543240"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7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r>
                        <a:rPr b="0" lang="en-IN" sz="1600" spc="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r>
                        <a:rPr b="0" lang="en-IN" sz="1600" spc="-7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  <a:r>
                        <a:rPr b="0" lang="en-IN" sz="1600" spc="-7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7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047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</a:tbl>
          </a:graphicData>
        </a:graphic>
      </p:graphicFrame>
      <p:sp>
        <p:nvSpPr>
          <p:cNvPr id="376" name="CustomShape 4"/>
          <p:cNvSpPr/>
          <p:nvPr/>
        </p:nvSpPr>
        <p:spPr>
          <a:xfrm>
            <a:off x="3354120" y="1013400"/>
            <a:ext cx="10501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h</a:t>
            </a: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rfr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m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377" name="Table 5"/>
          <p:cNvGraphicFramePr/>
          <p:nvPr/>
        </p:nvGraphicFramePr>
        <p:xfrm>
          <a:off x="1595520" y="2269800"/>
          <a:ext cx="4494960" cy="380160"/>
        </p:xfrm>
        <a:graphic>
          <a:graphicData uri="http://schemas.openxmlformats.org/drawingml/2006/table">
            <a:tbl>
              <a:tblPr/>
              <a:tblGrid>
                <a:gridCol w="533160"/>
                <a:gridCol w="533160"/>
                <a:gridCol w="533160"/>
                <a:gridCol w="1295280"/>
                <a:gridCol w="533160"/>
                <a:gridCol w="533160"/>
                <a:gridCol w="534240"/>
              </a:tblGrid>
              <a:tr h="380160"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48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49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8" name="Table 6"/>
          <p:cNvGraphicFramePr/>
          <p:nvPr/>
        </p:nvGraphicFramePr>
        <p:xfrm>
          <a:off x="1595520" y="2727000"/>
          <a:ext cx="4495320" cy="38016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1752480"/>
                <a:gridCol w="685800"/>
                <a:gridCol w="685800"/>
              </a:tblGrid>
              <a:tr h="380160"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</a:tbl>
          </a:graphicData>
        </a:graphic>
      </p:graphicFrame>
      <p:sp>
        <p:nvSpPr>
          <p:cNvPr id="379" name="CustomShape 7"/>
          <p:cNvSpPr/>
          <p:nvPr/>
        </p:nvSpPr>
        <p:spPr>
          <a:xfrm>
            <a:off x="3354120" y="2004120"/>
            <a:ext cx="10508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superframe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380" name="Table 8"/>
          <p:cNvGraphicFramePr/>
          <p:nvPr/>
        </p:nvGraphicFramePr>
        <p:xfrm>
          <a:off x="1062000" y="3641400"/>
          <a:ext cx="4495320" cy="38016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1752480"/>
                <a:gridCol w="685800"/>
                <a:gridCol w="685800"/>
              </a:tblGrid>
              <a:tr h="380160"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1" name="Table 9"/>
          <p:cNvGraphicFramePr/>
          <p:nvPr/>
        </p:nvGraphicFramePr>
        <p:xfrm>
          <a:off x="2129040" y="4174920"/>
          <a:ext cx="4494960" cy="380160"/>
        </p:xfrm>
        <a:graphic>
          <a:graphicData uri="http://schemas.openxmlformats.org/drawingml/2006/table">
            <a:tbl>
              <a:tblPr/>
              <a:tblGrid>
                <a:gridCol w="533160"/>
                <a:gridCol w="533160"/>
                <a:gridCol w="533160"/>
                <a:gridCol w="1295280"/>
                <a:gridCol w="533160"/>
                <a:gridCol w="533160"/>
                <a:gridCol w="534240"/>
              </a:tblGrid>
              <a:tr h="380160"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48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49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</a:tbl>
          </a:graphicData>
        </a:graphic>
      </p:graphicFrame>
      <p:sp>
        <p:nvSpPr>
          <p:cNvPr id="382" name="CustomShape 10"/>
          <p:cNvSpPr/>
          <p:nvPr/>
        </p:nvSpPr>
        <p:spPr>
          <a:xfrm>
            <a:off x="2286000" y="3375720"/>
            <a:ext cx="9727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multiframe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3" name="CustomShape 11"/>
          <p:cNvSpPr/>
          <p:nvPr/>
        </p:nvSpPr>
        <p:spPr>
          <a:xfrm>
            <a:off x="3277800" y="4899600"/>
            <a:ext cx="5428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frame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384" name="Table 12"/>
          <p:cNvGraphicFramePr/>
          <p:nvPr/>
        </p:nvGraphicFramePr>
        <p:xfrm>
          <a:off x="1443240" y="5165640"/>
          <a:ext cx="4494960" cy="1065960"/>
        </p:xfrm>
        <a:graphic>
          <a:graphicData uri="http://schemas.openxmlformats.org/drawingml/2006/table">
            <a:tbl>
              <a:tblPr/>
              <a:tblGrid>
                <a:gridCol w="685800"/>
                <a:gridCol w="75960"/>
                <a:gridCol w="609480"/>
                <a:gridCol w="1752480"/>
                <a:gridCol w="685800"/>
                <a:gridCol w="685800"/>
              </a:tblGrid>
              <a:tr h="317520"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 gridSpan="2"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...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</a:tr>
              <a:tr h="317520">
                <a:tc rowSpan="2">
                  <a:tcPr marL="91440" marR="91440">
                    <a:lnR w="9360">
                      <a:solidFill>
                        <a:srgbClr val="959595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  <a:tc gridSpan="2">
                  <a:txBody>
                    <a:bodyPr/>
                    <a:p>
                      <a:pPr marL="165240">
                        <a:lnSpc>
                          <a:spcPct val="100000"/>
                        </a:lnSpc>
                        <a:spcBef>
                          <a:spcPts val="37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slot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959595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acaca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  <a:tc gridSpan="3" rowSpan="2"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  <a:tc hMerge="1" rowSpan="1">
                  <a:tcPr>
                    <a:solidFill>
                      <a:srgbClr val="729fcf"/>
                    </a:solidFill>
                  </a:tcPr>
                </a:tc>
                <a:tc hMerge="1" rowSpan="1">
                  <a:tcPr>
                    <a:solidFill>
                      <a:srgbClr val="729fcf"/>
                    </a:solidFill>
                  </a:tcPr>
                </a:tc>
              </a:tr>
              <a:tr h="543240">
                <a:tc vMerge="1">
                  <a:tcPr>
                    <a:solidFill>
                      <a:srgbClr val="729fcf"/>
                    </a:solidFill>
                  </a:tcPr>
                </a:tc>
                <a:tc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959595"/>
                    </a:solidFill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541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burst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959595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d9d9f5"/>
                    </a:solidFill>
                  </a:tcPr>
                </a:tc>
                <a:tc vMerge="1" gridSpan="1">
                  <a:tcPr>
                    <a:solidFill>
                      <a:srgbClr val="729fcf"/>
                    </a:solidFill>
                  </a:tcPr>
                </a:tc>
                <a:tc vMerge="1" hMerge="1">
                  <a:tcPr>
                    <a:solidFill>
                      <a:srgbClr val="729fcf"/>
                    </a:solidFill>
                  </a:tcPr>
                </a:tc>
                <a:tc vMerge="1" hMerge="1">
                  <a:tcPr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385" name="CustomShape 13"/>
          <p:cNvSpPr/>
          <p:nvPr/>
        </p:nvSpPr>
        <p:spPr>
          <a:xfrm>
            <a:off x="6838920" y="5204520"/>
            <a:ext cx="858600" cy="95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4.615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</a:t>
            </a:r>
            <a:endParaRPr b="0" lang="en-IN" sz="16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  <a:p>
            <a:pPr marL="123120">
              <a:lnSpc>
                <a:spcPct val="100000"/>
              </a:lnSpc>
              <a:spcBef>
                <a:spcPts val="140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577</a:t>
            </a:r>
            <a:r>
              <a:rPr b="0" lang="en-IN" sz="1600" spc="-2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µs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6" name="CustomShape 14"/>
          <p:cNvSpPr/>
          <p:nvPr/>
        </p:nvSpPr>
        <p:spPr>
          <a:xfrm>
            <a:off x="6783120" y="3680280"/>
            <a:ext cx="858960" cy="80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5372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120</a:t>
            </a:r>
            <a:r>
              <a:rPr b="0" lang="en-IN" sz="1600" spc="-5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</a:t>
            </a:r>
            <a:endParaRPr b="0" lang="en-IN" sz="1600" spc="-1" strike="noStrike">
              <a:latin typeface="Arial"/>
            </a:endParaRPr>
          </a:p>
          <a:p>
            <a:pPr marL="153720">
              <a:lnSpc>
                <a:spcPct val="100000"/>
              </a:lnSpc>
              <a:spcBef>
                <a:spcPts val="34"/>
              </a:spcBef>
            </a:pPr>
            <a:endParaRPr b="0" lang="en-IN" sz="1600" spc="-1" strike="noStrike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235.4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7" name="CustomShape 15"/>
          <p:cNvSpPr/>
          <p:nvPr/>
        </p:nvSpPr>
        <p:spPr>
          <a:xfrm>
            <a:off x="6978600" y="2613600"/>
            <a:ext cx="5785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6.12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8" name="CustomShape 16"/>
          <p:cNvSpPr/>
          <p:nvPr/>
        </p:nvSpPr>
        <p:spPr>
          <a:xfrm>
            <a:off x="6173640" y="1318320"/>
            <a:ext cx="16934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3 h 28 min 53.76</a:t>
            </a:r>
            <a:r>
              <a:rPr b="0" lang="en-IN" sz="1600" spc="-9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9" name="CustomShape 17"/>
          <p:cNvSpPr/>
          <p:nvPr/>
        </p:nvSpPr>
        <p:spPr>
          <a:xfrm>
            <a:off x="1604160" y="1652400"/>
            <a:ext cx="1062360" cy="634320"/>
          </a:xfrm>
          <a:custGeom>
            <a:avLst/>
            <a:gdLst/>
            <a:ahLst/>
            <a:rect l="l" t="t" r="r" b="b"/>
            <a:pathLst>
              <a:path w="1062989" h="635000">
                <a:moveTo>
                  <a:pt x="0" y="635000"/>
                </a:moveTo>
                <a:lnTo>
                  <a:pt x="1062990" y="0"/>
                </a:ln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CustomShape 18"/>
          <p:cNvSpPr/>
          <p:nvPr/>
        </p:nvSpPr>
        <p:spPr>
          <a:xfrm>
            <a:off x="3191400" y="1652400"/>
            <a:ext cx="2913840" cy="629280"/>
          </a:xfrm>
          <a:custGeom>
            <a:avLst/>
            <a:gdLst/>
            <a:ahLst/>
            <a:rect l="l" t="t" r="r" b="b"/>
            <a:pathLst>
              <a:path w="2914650" h="629919">
                <a:moveTo>
                  <a:pt x="2914650" y="629919"/>
                </a:moveTo>
                <a:lnTo>
                  <a:pt x="0" y="0"/>
                </a:ln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CustomShape 19"/>
          <p:cNvSpPr/>
          <p:nvPr/>
        </p:nvSpPr>
        <p:spPr>
          <a:xfrm>
            <a:off x="1447920" y="4010760"/>
            <a:ext cx="4502880" cy="1176480"/>
          </a:xfrm>
          <a:custGeom>
            <a:avLst/>
            <a:gdLst/>
            <a:ahLst/>
            <a:rect l="l" t="t" r="r" b="b"/>
            <a:pathLst>
              <a:path w="4503420" h="1177289">
                <a:moveTo>
                  <a:pt x="0" y="1177289"/>
                </a:moveTo>
                <a:lnTo>
                  <a:pt x="304800" y="0"/>
                </a:lnTo>
                <a:moveTo>
                  <a:pt x="4503420" y="1170939"/>
                </a:moveTo>
                <a:lnTo>
                  <a:pt x="4103370" y="537209"/>
                </a:ln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7" strike="noStrike">
                <a:solidFill>
                  <a:srgbClr val="333399"/>
                </a:solidFill>
                <a:latin typeface="DejaVu Sans"/>
              </a:rPr>
              <a:t>GSM uplink/downlink </a:t>
            </a:r>
            <a:r>
              <a:rPr b="0" lang="en-IN" sz="3600" spc="-9" strike="noStrike">
                <a:solidFill>
                  <a:srgbClr val="333399"/>
                </a:solidFill>
                <a:latin typeface="DejaVu Sans"/>
              </a:rPr>
              <a:t>frequency 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bands</a:t>
            </a:r>
            <a:r>
              <a:rPr b="0" lang="en-IN" sz="3600" spc="-1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used</a:t>
            </a:r>
            <a:endParaRPr b="0" lang="en-IN" sz="3600" spc="-1" strike="noStrike">
              <a:latin typeface="Arial"/>
            </a:endParaRPr>
          </a:p>
        </p:txBody>
      </p:sp>
      <p:graphicFrame>
        <p:nvGraphicFramePr>
          <p:cNvPr id="393" name="Table 2"/>
          <p:cNvGraphicFramePr/>
          <p:nvPr/>
        </p:nvGraphicFramePr>
        <p:xfrm>
          <a:off x="532800" y="2513880"/>
          <a:ext cx="8337960" cy="2747520"/>
        </p:xfrm>
        <a:graphic>
          <a:graphicData uri="http://schemas.openxmlformats.org/drawingml/2006/table">
            <a:tbl>
              <a:tblPr/>
              <a:tblGrid>
                <a:gridCol w="2294640"/>
                <a:gridCol w="2843280"/>
                <a:gridCol w="3200400"/>
              </a:tblGrid>
              <a:tr h="1075680">
                <a:tc>
                  <a:txBody>
                    <a:bodyPr/>
                    <a:p>
                      <a:pPr marL="90000">
                        <a:lnSpc>
                          <a:spcPts val="2200"/>
                        </a:lnSpc>
                        <a:spcBef>
                          <a:spcPts val="1491"/>
                        </a:spcBef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GSM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90000">
                        <a:lnSpc>
                          <a:spcPts val="2001"/>
                        </a:lnSpc>
                        <a:spcBef>
                          <a:spcPts val="201"/>
                        </a:spcBef>
                      </a:pPr>
                      <a:r>
                        <a:rPr b="1" lang="en-IN" sz="2000" spc="-126" strike="noStrike">
                          <a:solidFill>
                            <a:srgbClr val="000000"/>
                          </a:solidFill>
                          <a:latin typeface="DejaVu Sans"/>
                        </a:rPr>
                        <a:t>F</a:t>
                      </a: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DejaVu Sans"/>
                        </a:rPr>
                        <a:t>r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e</a:t>
                      </a:r>
                      <a:r>
                        <a:rPr b="1" lang="en-IN" sz="2000" spc="1" strike="noStrike">
                          <a:solidFill>
                            <a:srgbClr val="000000"/>
                          </a:solidFill>
                          <a:latin typeface="DejaVu Sans"/>
                        </a:rPr>
                        <a:t>q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uency  band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8920">
                        <a:lnSpc>
                          <a:spcPts val="2001"/>
                        </a:lnSpc>
                        <a:spcBef>
                          <a:spcPts val="1891"/>
                        </a:spcBef>
                      </a:pPr>
                      <a:r>
                        <a:rPr b="1" lang="en-IN" sz="2000" spc="7" strike="noStrike">
                          <a:solidFill>
                            <a:srgbClr val="000000"/>
                          </a:solidFill>
                          <a:latin typeface="DejaVu Sans"/>
                        </a:rPr>
                        <a:t>U</a:t>
                      </a:r>
                      <a:r>
                        <a:rPr b="1" lang="en-IN" sz="2000" spc="1" strike="noStrike">
                          <a:solidFill>
                            <a:srgbClr val="000000"/>
                          </a:solidFill>
                          <a:latin typeface="DejaVu Sans"/>
                        </a:rPr>
                        <a:t>p</a:t>
                      </a: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DejaVu Sans"/>
                        </a:rPr>
                        <a:t>li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nk</a:t>
                      </a:r>
                      <a:r>
                        <a:rPr b="1" lang="en-IN" sz="2000" spc="1" strike="noStrike">
                          <a:solidFill>
                            <a:srgbClr val="000000"/>
                          </a:solidFill>
                          <a:latin typeface="DejaVu Sans"/>
                        </a:rPr>
                        <a:t>/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BTS  </a:t>
                      </a:r>
                      <a:r>
                        <a:rPr b="1" lang="en-IN" sz="2000" spc="-26" strike="noStrike">
                          <a:solidFill>
                            <a:srgbClr val="000000"/>
                          </a:solidFill>
                          <a:latin typeface="DejaVu Sans"/>
                        </a:rPr>
                        <a:t>Transmit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9640">
                        <a:lnSpc>
                          <a:spcPts val="2001"/>
                        </a:lnSpc>
                        <a:spcBef>
                          <a:spcPts val="1891"/>
                        </a:spcBef>
                      </a:pP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Down</a:t>
                      </a: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DejaVu Sans"/>
                        </a:rPr>
                        <a:t>l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in</a:t>
                      </a:r>
                      <a:r>
                        <a:rPr b="1" lang="en-IN" sz="2000" spc="1" strike="noStrike">
                          <a:solidFill>
                            <a:srgbClr val="000000"/>
                          </a:solidFill>
                          <a:latin typeface="DejaVu Sans"/>
                        </a:rPr>
                        <a:t>k</a:t>
                      </a:r>
                      <a:r>
                        <a:rPr b="1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/BTS  Receive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7280"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900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935-960</a:t>
                      </a:r>
                      <a:r>
                        <a:rPr b="0" lang="en-IN" sz="2000" spc="-15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890-915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7280"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1800</a:t>
                      </a:r>
                      <a:r>
                        <a:rPr b="0" lang="en-IN" sz="2000" spc="-15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1805-1880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1710-1785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7640">
                <a:tc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1900</a:t>
                      </a:r>
                      <a:r>
                        <a:rPr b="0" lang="en-IN" sz="2000" spc="-15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892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1930-1990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1491"/>
                        </a:spcBef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1850-1910</a:t>
                      </a:r>
                      <a:r>
                        <a:rPr b="0" lang="en-IN" sz="2000" spc="-9" strike="noStrike">
                          <a:solidFill>
                            <a:srgbClr val="000000"/>
                          </a:solidFill>
                          <a:latin typeface="DejaVu Sans"/>
                        </a:rPr>
                        <a:t>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MHz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marL="91440" marR="91440">
                    <a:lnL w="2880">
                      <a:solidFill>
                        <a:srgbClr val="000000"/>
                      </a:solidFill>
                    </a:lnL>
                    <a:lnR w="2880">
                      <a:solidFill>
                        <a:srgbClr val="000000"/>
                      </a:solidFill>
                    </a:lnR>
                    <a:lnT w="2880">
                      <a:solidFill>
                        <a:srgbClr val="000000"/>
                      </a:solidFill>
                    </a:lnT>
                    <a:lnB w="28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1229400" y="1031400"/>
            <a:ext cx="51706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Security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in</a:t>
            </a:r>
            <a:r>
              <a:rPr b="0" lang="en-IN" sz="4400" spc="-7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5" name="CustomShape 2"/>
          <p:cNvSpPr/>
          <p:nvPr/>
        </p:nvSpPr>
        <p:spPr>
          <a:xfrm>
            <a:off x="38340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96" name="CustomShape 3"/>
          <p:cNvSpPr/>
          <p:nvPr/>
        </p:nvSpPr>
        <p:spPr>
          <a:xfrm>
            <a:off x="714960" y="2050920"/>
            <a:ext cx="2620080" cy="37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Security</a:t>
            </a:r>
            <a:r>
              <a:rPr b="0" lang="en-IN" sz="2400" spc="-6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services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97" name="CustomShape 4"/>
          <p:cNvSpPr/>
          <p:nvPr/>
        </p:nvSpPr>
        <p:spPr>
          <a:xfrm>
            <a:off x="840600" y="250452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8" name="CustomShape 5"/>
          <p:cNvSpPr/>
          <p:nvPr/>
        </p:nvSpPr>
        <p:spPr>
          <a:xfrm>
            <a:off x="1114920" y="2448720"/>
            <a:ext cx="3773160" cy="31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access</a:t>
            </a:r>
            <a:r>
              <a:rPr b="0" lang="en-IN" sz="2000" spc="-5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control/authentication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99" name="CustomShape 6"/>
          <p:cNvSpPr/>
          <p:nvPr/>
        </p:nvSpPr>
        <p:spPr>
          <a:xfrm>
            <a:off x="1297800" y="284112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0" name="CustomShape 7"/>
          <p:cNvSpPr/>
          <p:nvPr/>
        </p:nvSpPr>
        <p:spPr>
          <a:xfrm>
            <a:off x="1515240" y="2782440"/>
            <a:ext cx="7061040" cy="83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/>
          <a:p>
            <a:pPr marL="12600">
              <a:lnSpc>
                <a:spcPts val="1950"/>
              </a:lnSpc>
              <a:spcBef>
                <a:spcPts val="340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user </a:t>
            </a:r>
            <a:r>
              <a:rPr b="0" lang="en-IN" sz="1800" spc="466" strike="noStrike">
                <a:solidFill>
                  <a:srgbClr val="000000"/>
                </a:solidFill>
                <a:latin typeface="Arial"/>
                <a:ea typeface="DejaVu Sans"/>
              </a:rPr>
              <a:t>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SIM (Subscriber Identity Module): </a:t>
            </a:r>
            <a:r>
              <a:rPr b="0" lang="en-IN" sz="1800" spc="-9" strike="noStrike">
                <a:solidFill>
                  <a:srgbClr val="000000"/>
                </a:solidFill>
                <a:latin typeface="DejaVu Sans"/>
                <a:ea typeface="DejaVu Sans"/>
              </a:rPr>
              <a:t>secret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PIN</a:t>
            </a:r>
            <a:r>
              <a:rPr b="0" lang="en-IN" sz="1800" spc="-34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55" strike="noStrike">
                <a:solidFill>
                  <a:srgbClr val="000000"/>
                </a:solidFill>
                <a:latin typeface="DejaVu Sans"/>
                <a:ea typeface="DejaVu Sans"/>
              </a:rPr>
              <a:t>(personal 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identification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number)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1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SIM </a:t>
            </a:r>
            <a:r>
              <a:rPr b="0" lang="en-IN" sz="1800" spc="466" strike="noStrike">
                <a:solidFill>
                  <a:srgbClr val="000000"/>
                </a:solidFill>
                <a:latin typeface="Arial"/>
                <a:ea typeface="DejaVu Sans"/>
              </a:rPr>
              <a:t>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network: challenge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response</a:t>
            </a:r>
            <a:r>
              <a:rPr b="0" lang="en-IN" sz="1800" spc="-39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method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1" name="CustomShape 8"/>
          <p:cNvSpPr/>
          <p:nvPr/>
        </p:nvSpPr>
        <p:spPr>
          <a:xfrm>
            <a:off x="1297800" y="339084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2" name="CustomShape 9"/>
          <p:cNvSpPr/>
          <p:nvPr/>
        </p:nvSpPr>
        <p:spPr>
          <a:xfrm>
            <a:off x="840600" y="369576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3" name="CustomShape 10"/>
          <p:cNvSpPr/>
          <p:nvPr/>
        </p:nvSpPr>
        <p:spPr>
          <a:xfrm>
            <a:off x="1114920" y="3639960"/>
            <a:ext cx="1834560" cy="31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confidentiality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4" name="CustomShape 11"/>
          <p:cNvSpPr/>
          <p:nvPr/>
        </p:nvSpPr>
        <p:spPr>
          <a:xfrm>
            <a:off x="1297800" y="403236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5" name="CustomShape 12"/>
          <p:cNvSpPr/>
          <p:nvPr/>
        </p:nvSpPr>
        <p:spPr>
          <a:xfrm>
            <a:off x="1515240" y="3973680"/>
            <a:ext cx="6445080" cy="2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voice and signaling encrypted on the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wireless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link</a:t>
            </a:r>
            <a:r>
              <a:rPr b="0" lang="en-IN" sz="18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(after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6" name="CustomShape 13"/>
          <p:cNvSpPr/>
          <p:nvPr/>
        </p:nvSpPr>
        <p:spPr>
          <a:xfrm>
            <a:off x="1114920" y="4192920"/>
            <a:ext cx="3426480" cy="65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400" bIns="0"/>
          <a:p>
            <a:pPr marL="412920">
              <a:lnSpc>
                <a:spcPct val="100000"/>
              </a:lnSpc>
              <a:spcBef>
                <a:spcPts val="326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successful</a:t>
            </a:r>
            <a:r>
              <a:rPr b="0" lang="en-IN" sz="1800" spc="-5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authentication)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49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anonymity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7" name="CustomShape 14"/>
          <p:cNvSpPr/>
          <p:nvPr/>
        </p:nvSpPr>
        <p:spPr>
          <a:xfrm>
            <a:off x="840600" y="458352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CustomShape 15"/>
          <p:cNvSpPr/>
          <p:nvPr/>
        </p:nvSpPr>
        <p:spPr>
          <a:xfrm>
            <a:off x="1297800" y="492012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09" name="CustomShape 16"/>
          <p:cNvSpPr/>
          <p:nvPr/>
        </p:nvSpPr>
        <p:spPr>
          <a:xfrm>
            <a:off x="1515240" y="4861440"/>
            <a:ext cx="5112360" cy="113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ts val="2055"/>
              </a:lnSpc>
              <a:spcBef>
                <a:spcPts val="99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temporary identity</a:t>
            </a:r>
            <a:r>
              <a:rPr b="0" lang="en-IN" sz="18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TMSI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ts val="2055"/>
              </a:lnSpc>
            </a:pPr>
            <a:r>
              <a:rPr b="0" lang="en-IN" sz="1800" spc="-29" strike="noStrike">
                <a:solidFill>
                  <a:srgbClr val="000000"/>
                </a:solidFill>
                <a:latin typeface="DejaVu Sans"/>
                <a:ea typeface="DejaVu Sans"/>
              </a:rPr>
              <a:t>(Temporary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Mobile Subscriber</a:t>
            </a:r>
            <a:r>
              <a:rPr b="0" lang="en-IN" sz="1800" spc="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Identity)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10000"/>
              </a:lnSpc>
              <a:spcBef>
                <a:spcPts val="11"/>
              </a:spcBef>
            </a:pP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newly assigned at each new location update  encrypted transmission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0" name="CustomShape 17"/>
          <p:cNvSpPr/>
          <p:nvPr/>
        </p:nvSpPr>
        <p:spPr>
          <a:xfrm>
            <a:off x="1297800" y="546984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11" name="CustomShape 18"/>
          <p:cNvSpPr/>
          <p:nvPr/>
        </p:nvSpPr>
        <p:spPr>
          <a:xfrm>
            <a:off x="6688080" y="5441760"/>
            <a:ext cx="598680" cy="5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ts val="2030"/>
              </a:lnSpc>
            </a:pPr>
            <a:r>
              <a:rPr b="0" lang="en-IN" sz="1800" spc="1" strike="noStrike">
                <a:solidFill>
                  <a:srgbClr val="000000"/>
                </a:solidFill>
                <a:latin typeface="DejaVu Sans"/>
                <a:ea typeface="DejaVu Sans"/>
              </a:rPr>
              <a:t>(</a:t>
            </a:r>
            <a:r>
              <a:rPr b="0" lang="en-IN" sz="1800" spc="-92" strike="noStrike">
                <a:solidFill>
                  <a:srgbClr val="000000"/>
                </a:solidFill>
                <a:latin typeface="DejaVu Sans"/>
                <a:ea typeface="DejaVu Sans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</a:t>
            </a:r>
            <a:r>
              <a:rPr b="0" lang="en-IN" sz="1800" spc="-7" strike="noStrike">
                <a:solidFill>
                  <a:srgbClr val="000000"/>
                </a:solidFill>
                <a:latin typeface="DejaVu Sans"/>
                <a:ea typeface="DejaVu Sans"/>
              </a:rPr>
              <a:t>P</a:t>
            </a:r>
            <a:r>
              <a:rPr b="0" lang="en-IN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2" name="CustomShape 19"/>
          <p:cNvSpPr/>
          <p:nvPr/>
        </p:nvSpPr>
        <p:spPr>
          <a:xfrm>
            <a:off x="1297800" y="5773320"/>
            <a:ext cx="112320" cy="1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900" spc="970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13" name="CustomShape 20"/>
          <p:cNvSpPr/>
          <p:nvPr/>
        </p:nvSpPr>
        <p:spPr>
          <a:xfrm>
            <a:off x="6629400" y="4267080"/>
            <a:ext cx="1751760" cy="1866600"/>
          </a:xfrm>
          <a:prstGeom prst="rect">
            <a:avLst/>
          </a:prstGeom>
          <a:solidFill>
            <a:srgbClr val="d9d9f5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/>
          <a:p>
            <a:pPr marL="90000">
              <a:lnSpc>
                <a:spcPts val="1675"/>
              </a:lnSpc>
              <a:spcBef>
                <a:spcPts val="132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secret”:</a:t>
            </a:r>
            <a:endParaRPr b="0" lang="en-IN" sz="1400" spc="-1" strike="noStrike">
              <a:latin typeface="Arial"/>
            </a:endParaRPr>
          </a:p>
          <a:p>
            <a:pPr marL="90000" indent="-215640">
              <a:lnSpc>
                <a:spcPts val="1681"/>
              </a:lnSpc>
              <a:spcBef>
                <a:spcPts val="51"/>
              </a:spcBef>
              <a:buClr>
                <a:srgbClr val="000000"/>
              </a:buClr>
              <a:buFont typeface="Symbol"/>
              <a:buChar char="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A3 and A8  available via</a:t>
            </a:r>
            <a:r>
              <a:rPr b="0" lang="en-IN" sz="14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the  Internet</a:t>
            </a:r>
            <a:endParaRPr b="0" lang="en-IN" sz="1400" spc="-1" strike="noStrike">
              <a:latin typeface="Arial"/>
            </a:endParaRPr>
          </a:p>
          <a:p>
            <a:pPr marL="203040" indent="-112320">
              <a:lnSpc>
                <a:spcPts val="1624"/>
              </a:lnSpc>
              <a:buClr>
                <a:srgbClr val="000000"/>
              </a:buClr>
              <a:buFont typeface="Symbol"/>
              <a:buChar char="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network providers</a:t>
            </a:r>
            <a:endParaRPr b="0" lang="en-IN" sz="1400" spc="-1" strike="noStrike">
              <a:latin typeface="Arial"/>
            </a:endParaRPr>
          </a:p>
          <a:p>
            <a:pPr marL="90000"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can use</a:t>
            </a:r>
            <a:r>
              <a:rPr b="0" lang="en-IN" sz="1400" spc="-6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stronger  mechanisms</a:t>
            </a:r>
            <a:endParaRPr b="0" lang="en-IN" sz="1400" spc="-1" strike="noStrike"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ustomShape 1"/>
          <p:cNvSpPr/>
          <p:nvPr/>
        </p:nvSpPr>
        <p:spPr>
          <a:xfrm>
            <a:off x="1229400" y="1031400"/>
            <a:ext cx="532296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Security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	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in</a:t>
            </a:r>
            <a:r>
              <a:rPr b="0" lang="en-IN" sz="4400" spc="-7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15" name="CustomShape 2"/>
          <p:cNvSpPr/>
          <p:nvPr/>
        </p:nvSpPr>
        <p:spPr>
          <a:xfrm>
            <a:off x="1261080" y="210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416" name="CustomShape 3"/>
          <p:cNvSpPr/>
          <p:nvPr/>
        </p:nvSpPr>
        <p:spPr>
          <a:xfrm>
            <a:off x="1592640" y="2050920"/>
            <a:ext cx="4571280" cy="37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3 algorithms specified in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GSM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17" name="CustomShape 4"/>
          <p:cNvSpPr/>
          <p:nvPr/>
        </p:nvSpPr>
        <p:spPr>
          <a:xfrm>
            <a:off x="1718280" y="250452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8" name="CustomShape 5"/>
          <p:cNvSpPr/>
          <p:nvPr/>
        </p:nvSpPr>
        <p:spPr>
          <a:xfrm>
            <a:off x="1992600" y="2416680"/>
            <a:ext cx="6119280" cy="13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10000"/>
              </a:lnSpc>
              <a:spcBef>
                <a:spcPts val="99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A3 for authentication (“secret”, open interface)  A5 for encryption (standardized)</a:t>
            </a:r>
            <a:endParaRPr b="0" lang="en-IN" sz="2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1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A8 for </a:t>
            </a:r>
            <a:r>
              <a:rPr b="0" lang="en-IN" sz="2000" spc="-21" strike="noStrike">
                <a:solidFill>
                  <a:srgbClr val="000000"/>
                </a:solidFill>
                <a:latin typeface="DejaVu Sans"/>
                <a:ea typeface="DejaVu Sans"/>
              </a:rPr>
              <a:t>key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generation (“secret”, open</a:t>
            </a:r>
            <a:r>
              <a:rPr b="0" lang="en-IN" sz="2000" spc="46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interface)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19" name="CustomShape 6"/>
          <p:cNvSpPr/>
          <p:nvPr/>
        </p:nvSpPr>
        <p:spPr>
          <a:xfrm>
            <a:off x="1718280" y="284220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0" name="CustomShape 7"/>
          <p:cNvSpPr/>
          <p:nvPr/>
        </p:nvSpPr>
        <p:spPr>
          <a:xfrm>
            <a:off x="1718280" y="3180240"/>
            <a:ext cx="131400" cy="18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100" spc="1191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100" spc="-1" strike="noStrike"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CustomShape 1"/>
          <p:cNvSpPr/>
          <p:nvPr/>
        </p:nvSpPr>
        <p:spPr>
          <a:xfrm>
            <a:off x="438120" y="650160"/>
            <a:ext cx="82670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803880">
              <a:lnSpc>
                <a:spcPct val="100000"/>
              </a:lnSpc>
              <a:spcBef>
                <a:spcPts val="99"/>
              </a:spcBef>
            </a:pPr>
            <a:r>
              <a:rPr b="0" lang="en-IN" sz="3600" spc="-15" strike="noStrike">
                <a:solidFill>
                  <a:srgbClr val="333399"/>
                </a:solidFill>
                <a:latin typeface="DejaVu Sans"/>
              </a:rPr>
              <a:t>Personal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Identification</a:t>
            </a:r>
            <a:r>
              <a:rPr b="0" lang="en-IN" sz="3600" spc="-7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Number  (PIN)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22" name="CustomShape 2"/>
          <p:cNvSpPr/>
          <p:nvPr/>
        </p:nvSpPr>
        <p:spPr>
          <a:xfrm>
            <a:off x="1069200" y="184140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423" name="CustomShape 3"/>
          <p:cNvSpPr/>
          <p:nvPr/>
        </p:nvSpPr>
        <p:spPr>
          <a:xfrm>
            <a:off x="1400760" y="1785600"/>
            <a:ext cx="7622280" cy="353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 algn="just">
              <a:lnSpc>
                <a:spcPct val="100000"/>
              </a:lnSpc>
              <a:spcBef>
                <a:spcPts val="99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PIN is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stored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on the SIM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card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of the cell  phone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when the cell phone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turned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on, the SIM checks  the PIN; in case of 3 consecutive faulty PIN inputs  a PUK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(Personal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Unblocking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  <a:ea typeface="DejaVu Sans"/>
              </a:rPr>
              <a:t>Key)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  <a:ea typeface="DejaVu Sans"/>
              </a:rPr>
              <a:t>asked</a:t>
            </a:r>
            <a:r>
              <a:rPr b="0" lang="en-IN" sz="2400" spc="60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for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in case of 10 faulty PUK inputs, the SIM is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  <a:ea typeface="DejaVu Sans"/>
              </a:rPr>
              <a:t>locked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the subscriber must ask a new</a:t>
            </a:r>
            <a:r>
              <a:rPr b="0" lang="en-IN" sz="2400" spc="1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SIM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 security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measure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is within the cell phone and  the service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  <a:ea typeface="DejaVu Sans"/>
              </a:rPr>
              <a:t>provider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is not</a:t>
            </a:r>
            <a:r>
              <a:rPr b="0" lang="en-IN" sz="2400" spc="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involved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4" name="CustomShape 4"/>
          <p:cNvSpPr/>
          <p:nvPr/>
        </p:nvSpPr>
        <p:spPr>
          <a:xfrm>
            <a:off x="1069200" y="264924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425" name="CustomShape 5"/>
          <p:cNvSpPr/>
          <p:nvPr/>
        </p:nvSpPr>
        <p:spPr>
          <a:xfrm>
            <a:off x="1069200" y="382284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426" name="CustomShape 6"/>
          <p:cNvSpPr/>
          <p:nvPr/>
        </p:nvSpPr>
        <p:spPr>
          <a:xfrm>
            <a:off x="1069200" y="46303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1229400" y="218520"/>
            <a:ext cx="669456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GSM -</a:t>
            </a:r>
            <a:r>
              <a:rPr b="0" lang="en-IN" sz="4400" spc="-2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authentication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28" name="CustomShape 2"/>
          <p:cNvSpPr/>
          <p:nvPr/>
        </p:nvSpPr>
        <p:spPr>
          <a:xfrm>
            <a:off x="6587640" y="1769040"/>
            <a:ext cx="22320" cy="20880"/>
          </a:xfrm>
          <a:custGeom>
            <a:avLst/>
            <a:gdLst/>
            <a:ahLst/>
            <a:rect l="l" t="t" r="r" b="b"/>
            <a:pathLst>
              <a:path w="22859" h="21589">
                <a:moveTo>
                  <a:pt x="0" y="21589"/>
                </a:moveTo>
                <a:lnTo>
                  <a:pt x="0" y="21589"/>
                </a:lnTo>
                <a:moveTo>
                  <a:pt x="22859" y="0"/>
                </a:moveTo>
                <a:lnTo>
                  <a:pt x="22859" y="0"/>
                </a:lnTo>
              </a:path>
            </a:pathLst>
          </a:custGeom>
          <a:noFill/>
          <a:ln w="3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9" name="Group 3"/>
          <p:cNvGrpSpPr/>
          <p:nvPr/>
        </p:nvGrpSpPr>
        <p:grpSpPr>
          <a:xfrm>
            <a:off x="6193800" y="1171080"/>
            <a:ext cx="458280" cy="670320"/>
            <a:chOff x="6193800" y="1171080"/>
            <a:chExt cx="458280" cy="670320"/>
          </a:xfrm>
        </p:grpSpPr>
        <p:sp>
          <p:nvSpPr>
            <p:cNvPr id="430" name="CustomShape 4"/>
            <p:cNvSpPr/>
            <p:nvPr/>
          </p:nvSpPr>
          <p:spPr>
            <a:xfrm>
              <a:off x="6193800" y="1314360"/>
              <a:ext cx="393120" cy="475560"/>
            </a:xfrm>
            <a:custGeom>
              <a:avLst/>
              <a:gdLst/>
              <a:ahLst/>
              <a:rect l="l" t="t" r="r" b="b"/>
              <a:pathLst>
                <a:path w="393700" h="476250">
                  <a:moveTo>
                    <a:pt x="62230" y="63500"/>
                  </a:moveTo>
                  <a:lnTo>
                    <a:pt x="26670" y="90170"/>
                  </a:lnTo>
                  <a:lnTo>
                    <a:pt x="20320" y="106679"/>
                  </a:lnTo>
                  <a:lnTo>
                    <a:pt x="20320" y="118110"/>
                  </a:lnTo>
                  <a:lnTo>
                    <a:pt x="21589" y="123189"/>
                  </a:lnTo>
                  <a:lnTo>
                    <a:pt x="21589" y="133350"/>
                  </a:lnTo>
                  <a:lnTo>
                    <a:pt x="17780" y="133350"/>
                  </a:lnTo>
                  <a:lnTo>
                    <a:pt x="10160" y="135889"/>
                  </a:lnTo>
                  <a:lnTo>
                    <a:pt x="6350" y="139700"/>
                  </a:lnTo>
                  <a:lnTo>
                    <a:pt x="2539" y="144779"/>
                  </a:lnTo>
                  <a:lnTo>
                    <a:pt x="0" y="158750"/>
                  </a:lnTo>
                  <a:lnTo>
                    <a:pt x="0" y="175260"/>
                  </a:lnTo>
                  <a:lnTo>
                    <a:pt x="5080" y="213360"/>
                  </a:lnTo>
                  <a:lnTo>
                    <a:pt x="17780" y="247650"/>
                  </a:lnTo>
                  <a:lnTo>
                    <a:pt x="21589" y="260350"/>
                  </a:lnTo>
                  <a:lnTo>
                    <a:pt x="22860" y="267970"/>
                  </a:lnTo>
                  <a:lnTo>
                    <a:pt x="25400" y="276860"/>
                  </a:lnTo>
                  <a:lnTo>
                    <a:pt x="30480" y="289560"/>
                  </a:lnTo>
                  <a:lnTo>
                    <a:pt x="33020" y="293370"/>
                  </a:lnTo>
                  <a:lnTo>
                    <a:pt x="45720" y="318770"/>
                  </a:lnTo>
                  <a:lnTo>
                    <a:pt x="54610" y="330200"/>
                  </a:lnTo>
                  <a:lnTo>
                    <a:pt x="62230" y="340360"/>
                  </a:lnTo>
                  <a:lnTo>
                    <a:pt x="71120" y="353060"/>
                  </a:lnTo>
                  <a:lnTo>
                    <a:pt x="83820" y="367029"/>
                  </a:lnTo>
                  <a:lnTo>
                    <a:pt x="92710" y="378460"/>
                  </a:lnTo>
                  <a:lnTo>
                    <a:pt x="99060" y="387350"/>
                  </a:lnTo>
                  <a:lnTo>
                    <a:pt x="100330" y="391160"/>
                  </a:lnTo>
                  <a:lnTo>
                    <a:pt x="107950" y="412750"/>
                  </a:lnTo>
                  <a:lnTo>
                    <a:pt x="115570" y="438150"/>
                  </a:lnTo>
                  <a:lnTo>
                    <a:pt x="119380" y="463550"/>
                  </a:lnTo>
                  <a:lnTo>
                    <a:pt x="119380" y="476250"/>
                  </a:lnTo>
                  <a:lnTo>
                    <a:pt x="265430" y="476250"/>
                  </a:lnTo>
                  <a:lnTo>
                    <a:pt x="271780" y="457200"/>
                  </a:lnTo>
                  <a:lnTo>
                    <a:pt x="275589" y="448310"/>
                  </a:lnTo>
                  <a:lnTo>
                    <a:pt x="279400" y="435610"/>
                  </a:lnTo>
                  <a:lnTo>
                    <a:pt x="303530" y="397510"/>
                  </a:lnTo>
                  <a:lnTo>
                    <a:pt x="311150" y="373379"/>
                  </a:lnTo>
                  <a:lnTo>
                    <a:pt x="313689" y="363220"/>
                  </a:lnTo>
                  <a:lnTo>
                    <a:pt x="316230" y="354329"/>
                  </a:lnTo>
                  <a:lnTo>
                    <a:pt x="318769" y="346710"/>
                  </a:lnTo>
                  <a:lnTo>
                    <a:pt x="328930" y="331470"/>
                  </a:lnTo>
                  <a:lnTo>
                    <a:pt x="344169" y="311150"/>
                  </a:lnTo>
                  <a:lnTo>
                    <a:pt x="360680" y="280670"/>
                  </a:lnTo>
                  <a:lnTo>
                    <a:pt x="365760" y="267970"/>
                  </a:lnTo>
                  <a:lnTo>
                    <a:pt x="369569" y="255270"/>
                  </a:lnTo>
                  <a:lnTo>
                    <a:pt x="374650" y="248920"/>
                  </a:lnTo>
                  <a:lnTo>
                    <a:pt x="289560" y="248920"/>
                  </a:lnTo>
                  <a:lnTo>
                    <a:pt x="287020" y="241300"/>
                  </a:lnTo>
                  <a:lnTo>
                    <a:pt x="285750" y="229870"/>
                  </a:lnTo>
                  <a:lnTo>
                    <a:pt x="283210" y="223520"/>
                  </a:lnTo>
                  <a:lnTo>
                    <a:pt x="262889" y="186689"/>
                  </a:lnTo>
                  <a:lnTo>
                    <a:pt x="236220" y="148589"/>
                  </a:lnTo>
                  <a:lnTo>
                    <a:pt x="212089" y="124460"/>
                  </a:lnTo>
                  <a:lnTo>
                    <a:pt x="205739" y="114300"/>
                  </a:lnTo>
                  <a:lnTo>
                    <a:pt x="195580" y="96520"/>
                  </a:lnTo>
                  <a:lnTo>
                    <a:pt x="199389" y="91439"/>
                  </a:lnTo>
                  <a:lnTo>
                    <a:pt x="200660" y="87629"/>
                  </a:lnTo>
                  <a:lnTo>
                    <a:pt x="198120" y="80010"/>
                  </a:lnTo>
                  <a:lnTo>
                    <a:pt x="195580" y="71120"/>
                  </a:lnTo>
                  <a:lnTo>
                    <a:pt x="194056" y="68579"/>
                  </a:lnTo>
                  <a:lnTo>
                    <a:pt x="82550" y="68579"/>
                  </a:lnTo>
                  <a:lnTo>
                    <a:pt x="74930" y="67310"/>
                  </a:lnTo>
                  <a:lnTo>
                    <a:pt x="68580" y="64770"/>
                  </a:lnTo>
                  <a:lnTo>
                    <a:pt x="62230" y="63500"/>
                  </a:lnTo>
                  <a:close/>
                  <a:moveTo>
                    <a:pt x="383539" y="143510"/>
                  </a:moveTo>
                  <a:lnTo>
                    <a:pt x="369569" y="143510"/>
                  </a:lnTo>
                  <a:lnTo>
                    <a:pt x="360680" y="147320"/>
                  </a:lnTo>
                  <a:lnTo>
                    <a:pt x="351789" y="153670"/>
                  </a:lnTo>
                  <a:lnTo>
                    <a:pt x="344169" y="162560"/>
                  </a:lnTo>
                  <a:lnTo>
                    <a:pt x="339089" y="167639"/>
                  </a:lnTo>
                  <a:lnTo>
                    <a:pt x="335280" y="172720"/>
                  </a:lnTo>
                  <a:lnTo>
                    <a:pt x="332739" y="179070"/>
                  </a:lnTo>
                  <a:lnTo>
                    <a:pt x="328930" y="185420"/>
                  </a:lnTo>
                  <a:lnTo>
                    <a:pt x="325119" y="196850"/>
                  </a:lnTo>
                  <a:lnTo>
                    <a:pt x="321310" y="203200"/>
                  </a:lnTo>
                  <a:lnTo>
                    <a:pt x="313689" y="213360"/>
                  </a:lnTo>
                  <a:lnTo>
                    <a:pt x="302260" y="231139"/>
                  </a:lnTo>
                  <a:lnTo>
                    <a:pt x="294639" y="241300"/>
                  </a:lnTo>
                  <a:lnTo>
                    <a:pt x="289560" y="248920"/>
                  </a:lnTo>
                  <a:lnTo>
                    <a:pt x="374650" y="248920"/>
                  </a:lnTo>
                  <a:lnTo>
                    <a:pt x="378460" y="241300"/>
                  </a:lnTo>
                  <a:lnTo>
                    <a:pt x="381000" y="228600"/>
                  </a:lnTo>
                  <a:lnTo>
                    <a:pt x="382269" y="215900"/>
                  </a:lnTo>
                  <a:lnTo>
                    <a:pt x="382269" y="203200"/>
                  </a:lnTo>
                  <a:lnTo>
                    <a:pt x="386080" y="190500"/>
                  </a:lnTo>
                  <a:lnTo>
                    <a:pt x="388619" y="181610"/>
                  </a:lnTo>
                  <a:lnTo>
                    <a:pt x="392430" y="177800"/>
                  </a:lnTo>
                  <a:lnTo>
                    <a:pt x="393700" y="168910"/>
                  </a:lnTo>
                  <a:lnTo>
                    <a:pt x="393700" y="154939"/>
                  </a:lnTo>
                  <a:lnTo>
                    <a:pt x="389889" y="147320"/>
                  </a:lnTo>
                  <a:lnTo>
                    <a:pt x="383539" y="143510"/>
                  </a:lnTo>
                  <a:close/>
                  <a:moveTo>
                    <a:pt x="193039" y="0"/>
                  </a:moveTo>
                  <a:lnTo>
                    <a:pt x="160020" y="0"/>
                  </a:lnTo>
                  <a:lnTo>
                    <a:pt x="148589" y="1270"/>
                  </a:lnTo>
                  <a:lnTo>
                    <a:pt x="140970" y="5079"/>
                  </a:lnTo>
                  <a:lnTo>
                    <a:pt x="135889" y="12700"/>
                  </a:lnTo>
                  <a:lnTo>
                    <a:pt x="132080" y="20320"/>
                  </a:lnTo>
                  <a:lnTo>
                    <a:pt x="129539" y="24129"/>
                  </a:lnTo>
                  <a:lnTo>
                    <a:pt x="123189" y="24129"/>
                  </a:lnTo>
                  <a:lnTo>
                    <a:pt x="111760" y="26670"/>
                  </a:lnTo>
                  <a:lnTo>
                    <a:pt x="83820" y="64770"/>
                  </a:lnTo>
                  <a:lnTo>
                    <a:pt x="82550" y="68579"/>
                  </a:lnTo>
                  <a:lnTo>
                    <a:pt x="194056" y="68579"/>
                  </a:lnTo>
                  <a:lnTo>
                    <a:pt x="191770" y="64770"/>
                  </a:lnTo>
                  <a:lnTo>
                    <a:pt x="187960" y="55879"/>
                  </a:lnTo>
                  <a:lnTo>
                    <a:pt x="184150" y="50800"/>
                  </a:lnTo>
                  <a:lnTo>
                    <a:pt x="200660" y="50800"/>
                  </a:lnTo>
                  <a:lnTo>
                    <a:pt x="205739" y="48260"/>
                  </a:lnTo>
                  <a:lnTo>
                    <a:pt x="212089" y="35560"/>
                  </a:lnTo>
                  <a:lnTo>
                    <a:pt x="213360" y="26670"/>
                  </a:lnTo>
                  <a:lnTo>
                    <a:pt x="212089" y="16510"/>
                  </a:lnTo>
                  <a:lnTo>
                    <a:pt x="207010" y="6350"/>
                  </a:lnTo>
                  <a:lnTo>
                    <a:pt x="203200" y="2539"/>
                  </a:lnTo>
                  <a:lnTo>
                    <a:pt x="193039" y="0"/>
                  </a:lnTo>
                  <a:close/>
                  <a:moveTo>
                    <a:pt x="200660" y="50800"/>
                  </a:moveTo>
                  <a:lnTo>
                    <a:pt x="184150" y="50800"/>
                  </a:lnTo>
                  <a:lnTo>
                    <a:pt x="194310" y="52070"/>
                  </a:lnTo>
                  <a:lnTo>
                    <a:pt x="200660" y="5080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1" name="CustomShape 5"/>
            <p:cNvSpPr/>
            <p:nvPr/>
          </p:nvSpPr>
          <p:spPr>
            <a:xfrm>
              <a:off x="6193800" y="1314360"/>
              <a:ext cx="393120" cy="475560"/>
            </a:xfrm>
            <a:custGeom>
              <a:avLst/>
              <a:gdLst/>
              <a:ahLst/>
              <a:rect l="l" t="t" r="r" b="b"/>
              <a:pathLst>
                <a:path w="393700" h="476250">
                  <a:moveTo>
                    <a:pt x="119380" y="476250"/>
                  </a:moveTo>
                  <a:lnTo>
                    <a:pt x="119380" y="463550"/>
                  </a:lnTo>
                  <a:lnTo>
                    <a:pt x="115570" y="438150"/>
                  </a:lnTo>
                  <a:lnTo>
                    <a:pt x="107950" y="412750"/>
                  </a:lnTo>
                  <a:lnTo>
                    <a:pt x="100330" y="391160"/>
                  </a:lnTo>
                  <a:lnTo>
                    <a:pt x="99060" y="387350"/>
                  </a:lnTo>
                  <a:lnTo>
                    <a:pt x="92710" y="378460"/>
                  </a:lnTo>
                  <a:lnTo>
                    <a:pt x="83820" y="367029"/>
                  </a:lnTo>
                  <a:lnTo>
                    <a:pt x="71120" y="353060"/>
                  </a:lnTo>
                  <a:lnTo>
                    <a:pt x="62230" y="340360"/>
                  </a:lnTo>
                  <a:lnTo>
                    <a:pt x="54610" y="330200"/>
                  </a:lnTo>
                  <a:lnTo>
                    <a:pt x="45720" y="318770"/>
                  </a:lnTo>
                  <a:lnTo>
                    <a:pt x="39370" y="306070"/>
                  </a:lnTo>
                  <a:lnTo>
                    <a:pt x="33020" y="293370"/>
                  </a:lnTo>
                  <a:lnTo>
                    <a:pt x="30480" y="289560"/>
                  </a:lnTo>
                  <a:lnTo>
                    <a:pt x="25400" y="276860"/>
                  </a:lnTo>
                  <a:lnTo>
                    <a:pt x="22860" y="267970"/>
                  </a:lnTo>
                  <a:lnTo>
                    <a:pt x="21589" y="260350"/>
                  </a:lnTo>
                  <a:lnTo>
                    <a:pt x="17780" y="247650"/>
                  </a:lnTo>
                  <a:lnTo>
                    <a:pt x="3810" y="205739"/>
                  </a:lnTo>
                  <a:lnTo>
                    <a:pt x="0" y="175260"/>
                  </a:lnTo>
                  <a:lnTo>
                    <a:pt x="0" y="158750"/>
                  </a:lnTo>
                  <a:lnTo>
                    <a:pt x="2539" y="144779"/>
                  </a:lnTo>
                  <a:lnTo>
                    <a:pt x="6350" y="139700"/>
                  </a:lnTo>
                  <a:lnTo>
                    <a:pt x="10160" y="135889"/>
                  </a:lnTo>
                  <a:lnTo>
                    <a:pt x="13970" y="134620"/>
                  </a:lnTo>
                  <a:lnTo>
                    <a:pt x="17780" y="133350"/>
                  </a:lnTo>
                  <a:lnTo>
                    <a:pt x="21589" y="133350"/>
                  </a:lnTo>
                  <a:lnTo>
                    <a:pt x="21589" y="123189"/>
                  </a:lnTo>
                  <a:lnTo>
                    <a:pt x="20320" y="118110"/>
                  </a:lnTo>
                  <a:lnTo>
                    <a:pt x="20320" y="111760"/>
                  </a:lnTo>
                  <a:lnTo>
                    <a:pt x="20320" y="106679"/>
                  </a:lnTo>
                  <a:lnTo>
                    <a:pt x="21589" y="102870"/>
                  </a:lnTo>
                  <a:lnTo>
                    <a:pt x="49530" y="67310"/>
                  </a:lnTo>
                  <a:lnTo>
                    <a:pt x="62230" y="63500"/>
                  </a:lnTo>
                  <a:lnTo>
                    <a:pt x="68580" y="64770"/>
                  </a:lnTo>
                  <a:lnTo>
                    <a:pt x="74930" y="67310"/>
                  </a:lnTo>
                  <a:lnTo>
                    <a:pt x="82550" y="68579"/>
                  </a:lnTo>
                  <a:lnTo>
                    <a:pt x="83820" y="64770"/>
                  </a:lnTo>
                  <a:lnTo>
                    <a:pt x="85089" y="53339"/>
                  </a:lnTo>
                  <a:lnTo>
                    <a:pt x="87630" y="44450"/>
                  </a:lnTo>
                  <a:lnTo>
                    <a:pt x="123189" y="24129"/>
                  </a:lnTo>
                  <a:lnTo>
                    <a:pt x="129539" y="24129"/>
                  </a:lnTo>
                  <a:lnTo>
                    <a:pt x="132080" y="20320"/>
                  </a:lnTo>
                  <a:lnTo>
                    <a:pt x="135889" y="12700"/>
                  </a:lnTo>
                  <a:lnTo>
                    <a:pt x="140970" y="5079"/>
                  </a:lnTo>
                  <a:lnTo>
                    <a:pt x="148589" y="1270"/>
                  </a:lnTo>
                  <a:lnTo>
                    <a:pt x="160020" y="0"/>
                  </a:lnTo>
                  <a:lnTo>
                    <a:pt x="170180" y="0"/>
                  </a:lnTo>
                  <a:lnTo>
                    <a:pt x="185420" y="0"/>
                  </a:lnTo>
                  <a:lnTo>
                    <a:pt x="193039" y="0"/>
                  </a:lnTo>
                  <a:lnTo>
                    <a:pt x="198120" y="1270"/>
                  </a:lnTo>
                  <a:lnTo>
                    <a:pt x="203200" y="2539"/>
                  </a:lnTo>
                  <a:lnTo>
                    <a:pt x="207010" y="6350"/>
                  </a:lnTo>
                  <a:lnTo>
                    <a:pt x="209550" y="11429"/>
                  </a:lnTo>
                  <a:lnTo>
                    <a:pt x="212089" y="16510"/>
                  </a:lnTo>
                  <a:lnTo>
                    <a:pt x="213360" y="26670"/>
                  </a:lnTo>
                  <a:lnTo>
                    <a:pt x="212089" y="35560"/>
                  </a:lnTo>
                  <a:lnTo>
                    <a:pt x="208280" y="43179"/>
                  </a:lnTo>
                  <a:lnTo>
                    <a:pt x="205739" y="48260"/>
                  </a:lnTo>
                  <a:lnTo>
                    <a:pt x="200660" y="50800"/>
                  </a:lnTo>
                  <a:lnTo>
                    <a:pt x="194310" y="52070"/>
                  </a:lnTo>
                  <a:lnTo>
                    <a:pt x="184150" y="50800"/>
                  </a:lnTo>
                  <a:lnTo>
                    <a:pt x="187960" y="55879"/>
                  </a:lnTo>
                  <a:lnTo>
                    <a:pt x="191770" y="64770"/>
                  </a:lnTo>
                  <a:lnTo>
                    <a:pt x="195580" y="71120"/>
                  </a:lnTo>
                  <a:lnTo>
                    <a:pt x="198120" y="80010"/>
                  </a:lnTo>
                  <a:lnTo>
                    <a:pt x="200660" y="87629"/>
                  </a:lnTo>
                  <a:lnTo>
                    <a:pt x="199389" y="91439"/>
                  </a:lnTo>
                  <a:lnTo>
                    <a:pt x="195580" y="96520"/>
                  </a:lnTo>
                  <a:lnTo>
                    <a:pt x="200660" y="105410"/>
                  </a:lnTo>
                  <a:lnTo>
                    <a:pt x="205739" y="114300"/>
                  </a:lnTo>
                  <a:lnTo>
                    <a:pt x="212089" y="124460"/>
                  </a:lnTo>
                  <a:lnTo>
                    <a:pt x="220980" y="133350"/>
                  </a:lnTo>
                  <a:lnTo>
                    <a:pt x="236220" y="148589"/>
                  </a:lnTo>
                  <a:lnTo>
                    <a:pt x="262889" y="186689"/>
                  </a:lnTo>
                  <a:lnTo>
                    <a:pt x="283210" y="223520"/>
                  </a:lnTo>
                  <a:lnTo>
                    <a:pt x="287020" y="241300"/>
                  </a:lnTo>
                  <a:lnTo>
                    <a:pt x="289560" y="248920"/>
                  </a:lnTo>
                  <a:lnTo>
                    <a:pt x="294639" y="241300"/>
                  </a:lnTo>
                  <a:lnTo>
                    <a:pt x="302260" y="231139"/>
                  </a:lnTo>
                  <a:lnTo>
                    <a:pt x="313689" y="213360"/>
                  </a:lnTo>
                  <a:lnTo>
                    <a:pt x="321310" y="203200"/>
                  </a:lnTo>
                  <a:lnTo>
                    <a:pt x="325119" y="196850"/>
                  </a:lnTo>
                  <a:lnTo>
                    <a:pt x="328930" y="185420"/>
                  </a:lnTo>
                  <a:lnTo>
                    <a:pt x="332739" y="179070"/>
                  </a:lnTo>
                  <a:lnTo>
                    <a:pt x="335280" y="172720"/>
                  </a:lnTo>
                  <a:lnTo>
                    <a:pt x="339089" y="167639"/>
                  </a:lnTo>
                  <a:lnTo>
                    <a:pt x="344169" y="162560"/>
                  </a:lnTo>
                  <a:lnTo>
                    <a:pt x="351789" y="153670"/>
                  </a:lnTo>
                  <a:lnTo>
                    <a:pt x="360680" y="147320"/>
                  </a:lnTo>
                  <a:lnTo>
                    <a:pt x="369569" y="143510"/>
                  </a:lnTo>
                  <a:lnTo>
                    <a:pt x="377189" y="143510"/>
                  </a:lnTo>
                  <a:lnTo>
                    <a:pt x="383539" y="143510"/>
                  </a:lnTo>
                  <a:lnTo>
                    <a:pt x="389889" y="147320"/>
                  </a:lnTo>
                  <a:lnTo>
                    <a:pt x="393700" y="154939"/>
                  </a:lnTo>
                  <a:lnTo>
                    <a:pt x="393700" y="163829"/>
                  </a:lnTo>
                  <a:lnTo>
                    <a:pt x="393700" y="168910"/>
                  </a:lnTo>
                  <a:lnTo>
                    <a:pt x="392430" y="177800"/>
                  </a:lnTo>
                  <a:lnTo>
                    <a:pt x="388619" y="181610"/>
                  </a:lnTo>
                  <a:lnTo>
                    <a:pt x="386080" y="190500"/>
                  </a:lnTo>
                  <a:lnTo>
                    <a:pt x="382269" y="203200"/>
                  </a:lnTo>
                  <a:lnTo>
                    <a:pt x="382269" y="215900"/>
                  </a:lnTo>
                  <a:lnTo>
                    <a:pt x="381000" y="228600"/>
                  </a:lnTo>
                  <a:lnTo>
                    <a:pt x="379730" y="234950"/>
                  </a:lnTo>
                  <a:lnTo>
                    <a:pt x="378460" y="241300"/>
                  </a:lnTo>
                  <a:lnTo>
                    <a:pt x="374650" y="248920"/>
                  </a:lnTo>
                  <a:lnTo>
                    <a:pt x="369569" y="255270"/>
                  </a:lnTo>
                  <a:lnTo>
                    <a:pt x="365760" y="267970"/>
                  </a:lnTo>
                  <a:lnTo>
                    <a:pt x="360680" y="280670"/>
                  </a:lnTo>
                  <a:lnTo>
                    <a:pt x="344169" y="311150"/>
                  </a:lnTo>
                  <a:lnTo>
                    <a:pt x="328930" y="331470"/>
                  </a:lnTo>
                  <a:lnTo>
                    <a:pt x="318769" y="346710"/>
                  </a:lnTo>
                  <a:lnTo>
                    <a:pt x="316230" y="354329"/>
                  </a:lnTo>
                  <a:lnTo>
                    <a:pt x="313689" y="363220"/>
                  </a:lnTo>
                  <a:lnTo>
                    <a:pt x="311150" y="373379"/>
                  </a:lnTo>
                  <a:lnTo>
                    <a:pt x="308610" y="384810"/>
                  </a:lnTo>
                  <a:lnTo>
                    <a:pt x="303530" y="397510"/>
                  </a:lnTo>
                  <a:lnTo>
                    <a:pt x="294639" y="414020"/>
                  </a:lnTo>
                  <a:lnTo>
                    <a:pt x="285750" y="426720"/>
                  </a:lnTo>
                  <a:lnTo>
                    <a:pt x="279400" y="435610"/>
                  </a:lnTo>
                  <a:lnTo>
                    <a:pt x="275589" y="448310"/>
                  </a:lnTo>
                  <a:lnTo>
                    <a:pt x="271780" y="457200"/>
                  </a:lnTo>
                  <a:lnTo>
                    <a:pt x="265430" y="476250"/>
                  </a:lnTo>
                  <a:lnTo>
                    <a:pt x="119380" y="47625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330200" y="224789"/>
                  </a:moveTo>
                  <a:lnTo>
                    <a:pt x="335280" y="227329"/>
                  </a:lnTo>
                  <a:lnTo>
                    <a:pt x="340360" y="229870"/>
                  </a:lnTo>
                  <a:lnTo>
                    <a:pt x="345439" y="232410"/>
                  </a:lnTo>
                  <a:lnTo>
                    <a:pt x="349250" y="233679"/>
                  </a:lnTo>
                  <a:lnTo>
                    <a:pt x="350519" y="233679"/>
                  </a:lnTo>
                  <a:lnTo>
                    <a:pt x="358139" y="232410"/>
                  </a:lnTo>
                  <a:moveTo>
                    <a:pt x="330200" y="224789"/>
                  </a:moveTo>
                  <a:lnTo>
                    <a:pt x="330200" y="224789"/>
                  </a:lnTo>
                  <a:moveTo>
                    <a:pt x="358139" y="233679"/>
                  </a:moveTo>
                  <a:lnTo>
                    <a:pt x="358139" y="233679"/>
                  </a:lnTo>
                  <a:moveTo>
                    <a:pt x="35560" y="198120"/>
                  </a:moveTo>
                  <a:lnTo>
                    <a:pt x="33020" y="198120"/>
                  </a:lnTo>
                  <a:lnTo>
                    <a:pt x="31750" y="198120"/>
                  </a:lnTo>
                  <a:lnTo>
                    <a:pt x="30480" y="198120"/>
                  </a:lnTo>
                  <a:lnTo>
                    <a:pt x="29210" y="198120"/>
                  </a:lnTo>
                  <a:moveTo>
                    <a:pt x="29210" y="198120"/>
                  </a:moveTo>
                  <a:lnTo>
                    <a:pt x="29210" y="198120"/>
                  </a:lnTo>
                  <a:moveTo>
                    <a:pt x="35560" y="198120"/>
                  </a:moveTo>
                  <a:lnTo>
                    <a:pt x="35560" y="19812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CustomShape 6"/>
            <p:cNvSpPr/>
            <p:nvPr/>
          </p:nvSpPr>
          <p:spPr>
            <a:xfrm>
              <a:off x="6259680" y="1426320"/>
              <a:ext cx="220320" cy="21276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CustomShape 7"/>
            <p:cNvSpPr/>
            <p:nvPr/>
          </p:nvSpPr>
          <p:spPr>
            <a:xfrm>
              <a:off x="6342480" y="1658520"/>
              <a:ext cx="302760" cy="144000"/>
            </a:xfrm>
            <a:custGeom>
              <a:avLst/>
              <a:gdLst/>
              <a:ahLst/>
              <a:rect l="l" t="t" r="r" b="b"/>
              <a:pathLst>
                <a:path w="303529" h="144780">
                  <a:moveTo>
                    <a:pt x="0" y="0"/>
                  </a:moveTo>
                  <a:lnTo>
                    <a:pt x="13970" y="41909"/>
                  </a:lnTo>
                  <a:lnTo>
                    <a:pt x="144780" y="109219"/>
                  </a:lnTo>
                  <a:lnTo>
                    <a:pt x="303529" y="144779"/>
                  </a:lnTo>
                  <a:lnTo>
                    <a:pt x="148590" y="52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CustomShape 8"/>
            <p:cNvSpPr/>
            <p:nvPr/>
          </p:nvSpPr>
          <p:spPr>
            <a:xfrm>
              <a:off x="6342480" y="1658520"/>
              <a:ext cx="302760" cy="144000"/>
            </a:xfrm>
            <a:custGeom>
              <a:avLst/>
              <a:gdLst/>
              <a:ahLst/>
              <a:rect l="l" t="t" r="r" b="b"/>
              <a:pathLst>
                <a:path w="303529" h="144780">
                  <a:moveTo>
                    <a:pt x="303529" y="144779"/>
                  </a:moveTo>
                  <a:lnTo>
                    <a:pt x="148590" y="52069"/>
                  </a:lnTo>
                  <a:lnTo>
                    <a:pt x="0" y="0"/>
                  </a:lnTo>
                  <a:lnTo>
                    <a:pt x="13970" y="41909"/>
                  </a:lnTo>
                  <a:lnTo>
                    <a:pt x="144780" y="109219"/>
                  </a:lnTo>
                  <a:lnTo>
                    <a:pt x="303529" y="144779"/>
                  </a:lnTo>
                  <a:close/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CustomShape 9"/>
            <p:cNvSpPr/>
            <p:nvPr/>
          </p:nvSpPr>
          <p:spPr>
            <a:xfrm>
              <a:off x="6450840" y="1741680"/>
              <a:ext cx="201240" cy="9972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" name="CustomShape 10"/>
            <p:cNvSpPr/>
            <p:nvPr/>
          </p:nvSpPr>
          <p:spPr>
            <a:xfrm>
              <a:off x="6318360" y="1171080"/>
              <a:ext cx="291240" cy="597600"/>
            </a:xfrm>
            <a:custGeom>
              <a:avLst/>
              <a:gdLst/>
              <a:ahLst/>
              <a:rect l="l" t="t" r="r" b="b"/>
              <a:pathLst>
                <a:path w="292100" h="598169">
                  <a:moveTo>
                    <a:pt x="162560" y="0"/>
                  </a:moveTo>
                  <a:lnTo>
                    <a:pt x="156210" y="1270"/>
                  </a:lnTo>
                  <a:lnTo>
                    <a:pt x="151129" y="1270"/>
                  </a:lnTo>
                  <a:lnTo>
                    <a:pt x="143510" y="3810"/>
                  </a:lnTo>
                  <a:lnTo>
                    <a:pt x="137160" y="6350"/>
                  </a:lnTo>
                  <a:lnTo>
                    <a:pt x="130810" y="11430"/>
                  </a:lnTo>
                  <a:lnTo>
                    <a:pt x="124460" y="15239"/>
                  </a:lnTo>
                  <a:lnTo>
                    <a:pt x="116839" y="19050"/>
                  </a:lnTo>
                  <a:lnTo>
                    <a:pt x="110489" y="24130"/>
                  </a:lnTo>
                  <a:lnTo>
                    <a:pt x="104139" y="31750"/>
                  </a:lnTo>
                  <a:lnTo>
                    <a:pt x="100329" y="35560"/>
                  </a:lnTo>
                  <a:lnTo>
                    <a:pt x="96520" y="40639"/>
                  </a:lnTo>
                  <a:lnTo>
                    <a:pt x="95250" y="48260"/>
                  </a:lnTo>
                  <a:lnTo>
                    <a:pt x="1270" y="467360"/>
                  </a:lnTo>
                  <a:lnTo>
                    <a:pt x="0" y="476250"/>
                  </a:lnTo>
                  <a:lnTo>
                    <a:pt x="0" y="490220"/>
                  </a:lnTo>
                  <a:lnTo>
                    <a:pt x="21589" y="527050"/>
                  </a:lnTo>
                  <a:lnTo>
                    <a:pt x="30479" y="532130"/>
                  </a:lnTo>
                  <a:lnTo>
                    <a:pt x="36829" y="537210"/>
                  </a:lnTo>
                  <a:lnTo>
                    <a:pt x="140970" y="598170"/>
                  </a:lnTo>
                  <a:lnTo>
                    <a:pt x="139700" y="591820"/>
                  </a:lnTo>
                  <a:lnTo>
                    <a:pt x="139700" y="584200"/>
                  </a:lnTo>
                  <a:lnTo>
                    <a:pt x="142239" y="574039"/>
                  </a:lnTo>
                  <a:lnTo>
                    <a:pt x="144779" y="568960"/>
                  </a:lnTo>
                  <a:lnTo>
                    <a:pt x="148589" y="563880"/>
                  </a:lnTo>
                  <a:lnTo>
                    <a:pt x="153670" y="561339"/>
                  </a:lnTo>
                  <a:lnTo>
                    <a:pt x="38100" y="492760"/>
                  </a:lnTo>
                  <a:lnTo>
                    <a:pt x="34289" y="490220"/>
                  </a:lnTo>
                  <a:lnTo>
                    <a:pt x="31750" y="485139"/>
                  </a:lnTo>
                  <a:lnTo>
                    <a:pt x="30479" y="478789"/>
                  </a:lnTo>
                  <a:lnTo>
                    <a:pt x="30479" y="473710"/>
                  </a:lnTo>
                  <a:lnTo>
                    <a:pt x="87629" y="224789"/>
                  </a:lnTo>
                  <a:lnTo>
                    <a:pt x="92710" y="213360"/>
                  </a:lnTo>
                  <a:lnTo>
                    <a:pt x="107950" y="198120"/>
                  </a:lnTo>
                  <a:lnTo>
                    <a:pt x="114300" y="190500"/>
                  </a:lnTo>
                  <a:lnTo>
                    <a:pt x="292100" y="77470"/>
                  </a:lnTo>
                  <a:lnTo>
                    <a:pt x="290829" y="72389"/>
                  </a:lnTo>
                  <a:lnTo>
                    <a:pt x="288290" y="67310"/>
                  </a:lnTo>
                  <a:lnTo>
                    <a:pt x="199390" y="12700"/>
                  </a:lnTo>
                  <a:lnTo>
                    <a:pt x="170179" y="127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7" name="CustomShape 11"/>
            <p:cNvSpPr/>
            <p:nvPr/>
          </p:nvSpPr>
          <p:spPr>
            <a:xfrm>
              <a:off x="6318360" y="1171080"/>
              <a:ext cx="291240" cy="597600"/>
            </a:xfrm>
            <a:custGeom>
              <a:avLst/>
              <a:gdLst/>
              <a:ahLst/>
              <a:rect l="l" t="t" r="r" b="b"/>
              <a:pathLst>
                <a:path w="292100" h="598169">
                  <a:moveTo>
                    <a:pt x="292100" y="77470"/>
                  </a:moveTo>
                  <a:lnTo>
                    <a:pt x="199390" y="12700"/>
                  </a:lnTo>
                  <a:lnTo>
                    <a:pt x="162560" y="0"/>
                  </a:lnTo>
                  <a:lnTo>
                    <a:pt x="156210" y="1270"/>
                  </a:lnTo>
                  <a:lnTo>
                    <a:pt x="151129" y="1270"/>
                  </a:lnTo>
                  <a:lnTo>
                    <a:pt x="143510" y="3810"/>
                  </a:lnTo>
                  <a:lnTo>
                    <a:pt x="137160" y="6350"/>
                  </a:lnTo>
                  <a:lnTo>
                    <a:pt x="130810" y="11430"/>
                  </a:lnTo>
                  <a:lnTo>
                    <a:pt x="124460" y="15239"/>
                  </a:lnTo>
                  <a:lnTo>
                    <a:pt x="116839" y="19050"/>
                  </a:lnTo>
                  <a:lnTo>
                    <a:pt x="110489" y="24130"/>
                  </a:lnTo>
                  <a:lnTo>
                    <a:pt x="104139" y="31750"/>
                  </a:lnTo>
                  <a:lnTo>
                    <a:pt x="100329" y="35560"/>
                  </a:lnTo>
                  <a:lnTo>
                    <a:pt x="96520" y="40639"/>
                  </a:lnTo>
                  <a:lnTo>
                    <a:pt x="95250" y="48260"/>
                  </a:lnTo>
                  <a:lnTo>
                    <a:pt x="1270" y="467360"/>
                  </a:lnTo>
                  <a:lnTo>
                    <a:pt x="0" y="476250"/>
                  </a:lnTo>
                  <a:lnTo>
                    <a:pt x="0" y="480060"/>
                  </a:lnTo>
                  <a:lnTo>
                    <a:pt x="0" y="486410"/>
                  </a:lnTo>
                  <a:lnTo>
                    <a:pt x="0" y="490220"/>
                  </a:lnTo>
                  <a:lnTo>
                    <a:pt x="2539" y="500380"/>
                  </a:lnTo>
                  <a:lnTo>
                    <a:pt x="3810" y="504189"/>
                  </a:lnTo>
                  <a:lnTo>
                    <a:pt x="6350" y="510539"/>
                  </a:lnTo>
                  <a:lnTo>
                    <a:pt x="8889" y="514350"/>
                  </a:lnTo>
                  <a:lnTo>
                    <a:pt x="15239" y="520700"/>
                  </a:lnTo>
                  <a:lnTo>
                    <a:pt x="21589" y="527050"/>
                  </a:lnTo>
                  <a:lnTo>
                    <a:pt x="30479" y="532130"/>
                  </a:lnTo>
                  <a:lnTo>
                    <a:pt x="36829" y="537210"/>
                  </a:lnTo>
                  <a:lnTo>
                    <a:pt x="140970" y="598170"/>
                  </a:lnTo>
                  <a:lnTo>
                    <a:pt x="139700" y="591820"/>
                  </a:lnTo>
                  <a:lnTo>
                    <a:pt x="139700" y="584200"/>
                  </a:lnTo>
                  <a:lnTo>
                    <a:pt x="140970" y="579120"/>
                  </a:lnTo>
                  <a:lnTo>
                    <a:pt x="142239" y="574039"/>
                  </a:lnTo>
                  <a:lnTo>
                    <a:pt x="144779" y="568960"/>
                  </a:lnTo>
                  <a:lnTo>
                    <a:pt x="148589" y="563880"/>
                  </a:lnTo>
                  <a:lnTo>
                    <a:pt x="153670" y="561339"/>
                  </a:lnTo>
                  <a:lnTo>
                    <a:pt x="38100" y="492760"/>
                  </a:lnTo>
                  <a:lnTo>
                    <a:pt x="34289" y="490220"/>
                  </a:lnTo>
                  <a:lnTo>
                    <a:pt x="33020" y="487680"/>
                  </a:lnTo>
                  <a:lnTo>
                    <a:pt x="31750" y="485139"/>
                  </a:lnTo>
                  <a:lnTo>
                    <a:pt x="30479" y="478789"/>
                  </a:lnTo>
                  <a:lnTo>
                    <a:pt x="30479" y="473710"/>
                  </a:lnTo>
                  <a:lnTo>
                    <a:pt x="87629" y="224789"/>
                  </a:lnTo>
                  <a:lnTo>
                    <a:pt x="92710" y="213360"/>
                  </a:lnTo>
                  <a:lnTo>
                    <a:pt x="99060" y="207010"/>
                  </a:lnTo>
                  <a:lnTo>
                    <a:pt x="107950" y="198120"/>
                  </a:lnTo>
                  <a:lnTo>
                    <a:pt x="114300" y="190500"/>
                  </a:lnTo>
                  <a:lnTo>
                    <a:pt x="292100" y="77470"/>
                  </a:lnTo>
                  <a:close/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CustomShape 12"/>
            <p:cNvSpPr/>
            <p:nvPr/>
          </p:nvSpPr>
          <p:spPr>
            <a:xfrm>
              <a:off x="6438960" y="1182240"/>
              <a:ext cx="178200" cy="258480"/>
            </a:xfrm>
            <a:custGeom>
              <a:avLst/>
              <a:gdLst/>
              <a:ahLst/>
              <a:rect l="l" t="t" r="r" b="b"/>
              <a:pathLst>
                <a:path w="179070" h="259080">
                  <a:moveTo>
                    <a:pt x="49529" y="0"/>
                  </a:moveTo>
                  <a:lnTo>
                    <a:pt x="39370" y="0"/>
                  </a:lnTo>
                  <a:lnTo>
                    <a:pt x="31750" y="7619"/>
                  </a:lnTo>
                  <a:lnTo>
                    <a:pt x="27939" y="15239"/>
                  </a:lnTo>
                  <a:lnTo>
                    <a:pt x="0" y="165100"/>
                  </a:lnTo>
                  <a:lnTo>
                    <a:pt x="0" y="180339"/>
                  </a:lnTo>
                  <a:lnTo>
                    <a:pt x="107950" y="251459"/>
                  </a:lnTo>
                  <a:lnTo>
                    <a:pt x="130809" y="259079"/>
                  </a:lnTo>
                  <a:lnTo>
                    <a:pt x="135890" y="259079"/>
                  </a:lnTo>
                  <a:lnTo>
                    <a:pt x="142240" y="257809"/>
                  </a:lnTo>
                  <a:lnTo>
                    <a:pt x="146050" y="251459"/>
                  </a:lnTo>
                  <a:lnTo>
                    <a:pt x="148590" y="242569"/>
                  </a:lnTo>
                  <a:lnTo>
                    <a:pt x="151129" y="231139"/>
                  </a:lnTo>
                  <a:lnTo>
                    <a:pt x="166370" y="165100"/>
                  </a:lnTo>
                  <a:lnTo>
                    <a:pt x="177800" y="100329"/>
                  </a:lnTo>
                  <a:lnTo>
                    <a:pt x="179070" y="85089"/>
                  </a:lnTo>
                  <a:lnTo>
                    <a:pt x="179070" y="80009"/>
                  </a:lnTo>
                  <a:lnTo>
                    <a:pt x="146050" y="48259"/>
                  </a:lnTo>
                  <a:lnTo>
                    <a:pt x="113029" y="29209"/>
                  </a:lnTo>
                  <a:lnTo>
                    <a:pt x="77470" y="10159"/>
                  </a:lnTo>
                  <a:lnTo>
                    <a:pt x="64770" y="3809"/>
                  </a:lnTo>
                  <a:lnTo>
                    <a:pt x="55879" y="126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9" name="CustomShape 13"/>
            <p:cNvSpPr/>
            <p:nvPr/>
          </p:nvSpPr>
          <p:spPr>
            <a:xfrm>
              <a:off x="6438960" y="1182240"/>
              <a:ext cx="178200" cy="258480"/>
            </a:xfrm>
            <a:custGeom>
              <a:avLst/>
              <a:gdLst/>
              <a:ahLst/>
              <a:rect l="l" t="t" r="r" b="b"/>
              <a:pathLst>
                <a:path w="179070" h="259080">
                  <a:moveTo>
                    <a:pt x="173990" y="69850"/>
                  </a:moveTo>
                  <a:lnTo>
                    <a:pt x="167640" y="62229"/>
                  </a:lnTo>
                  <a:lnTo>
                    <a:pt x="158750" y="54609"/>
                  </a:lnTo>
                  <a:lnTo>
                    <a:pt x="146050" y="48259"/>
                  </a:lnTo>
                  <a:lnTo>
                    <a:pt x="113029" y="29209"/>
                  </a:lnTo>
                  <a:lnTo>
                    <a:pt x="77470" y="10159"/>
                  </a:lnTo>
                  <a:lnTo>
                    <a:pt x="64770" y="3809"/>
                  </a:lnTo>
                  <a:lnTo>
                    <a:pt x="55879" y="1269"/>
                  </a:lnTo>
                  <a:lnTo>
                    <a:pt x="49529" y="0"/>
                  </a:lnTo>
                  <a:lnTo>
                    <a:pt x="44450" y="0"/>
                  </a:lnTo>
                  <a:lnTo>
                    <a:pt x="39370" y="0"/>
                  </a:lnTo>
                  <a:lnTo>
                    <a:pt x="35560" y="3809"/>
                  </a:lnTo>
                  <a:lnTo>
                    <a:pt x="31750" y="7619"/>
                  </a:lnTo>
                  <a:lnTo>
                    <a:pt x="27939" y="15239"/>
                  </a:lnTo>
                  <a:lnTo>
                    <a:pt x="0" y="165100"/>
                  </a:lnTo>
                  <a:lnTo>
                    <a:pt x="0" y="171450"/>
                  </a:lnTo>
                  <a:lnTo>
                    <a:pt x="0" y="180339"/>
                  </a:lnTo>
                  <a:lnTo>
                    <a:pt x="1270" y="185419"/>
                  </a:lnTo>
                  <a:lnTo>
                    <a:pt x="2539" y="190500"/>
                  </a:lnTo>
                  <a:lnTo>
                    <a:pt x="5079" y="194309"/>
                  </a:lnTo>
                  <a:lnTo>
                    <a:pt x="107950" y="251459"/>
                  </a:lnTo>
                  <a:lnTo>
                    <a:pt x="130809" y="259079"/>
                  </a:lnTo>
                  <a:lnTo>
                    <a:pt x="135890" y="259079"/>
                  </a:lnTo>
                  <a:lnTo>
                    <a:pt x="142240" y="257809"/>
                  </a:lnTo>
                  <a:lnTo>
                    <a:pt x="146050" y="251459"/>
                  </a:lnTo>
                  <a:lnTo>
                    <a:pt x="148590" y="242569"/>
                  </a:lnTo>
                  <a:lnTo>
                    <a:pt x="151129" y="231139"/>
                  </a:lnTo>
                  <a:lnTo>
                    <a:pt x="166370" y="165100"/>
                  </a:lnTo>
                  <a:lnTo>
                    <a:pt x="177800" y="100329"/>
                  </a:lnTo>
                  <a:lnTo>
                    <a:pt x="179070" y="85089"/>
                  </a:lnTo>
                  <a:lnTo>
                    <a:pt x="179070" y="80009"/>
                  </a:lnTo>
                  <a:lnTo>
                    <a:pt x="177800" y="74929"/>
                  </a:lnTo>
                  <a:lnTo>
                    <a:pt x="173990" y="6985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179070" y="259079"/>
                  </a:moveTo>
                  <a:lnTo>
                    <a:pt x="179070" y="25907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" name="CustomShape 14"/>
            <p:cNvSpPr/>
            <p:nvPr/>
          </p:nvSpPr>
          <p:spPr>
            <a:xfrm>
              <a:off x="6339960" y="1364040"/>
              <a:ext cx="237960" cy="340920"/>
            </a:xfrm>
            <a:custGeom>
              <a:avLst/>
              <a:gdLst/>
              <a:ahLst/>
              <a:rect l="l" t="t" r="r" b="b"/>
              <a:pathLst>
                <a:path w="238759" h="341630">
                  <a:moveTo>
                    <a:pt x="95250" y="0"/>
                  </a:moveTo>
                  <a:lnTo>
                    <a:pt x="62230" y="6350"/>
                  </a:lnTo>
                  <a:lnTo>
                    <a:pt x="0" y="287020"/>
                  </a:lnTo>
                  <a:lnTo>
                    <a:pt x="152400" y="341630"/>
                  </a:lnTo>
                  <a:lnTo>
                    <a:pt x="207010" y="110490"/>
                  </a:lnTo>
                  <a:lnTo>
                    <a:pt x="210819" y="101600"/>
                  </a:lnTo>
                  <a:lnTo>
                    <a:pt x="215900" y="95250"/>
                  </a:lnTo>
                  <a:lnTo>
                    <a:pt x="219710" y="92710"/>
                  </a:lnTo>
                  <a:lnTo>
                    <a:pt x="227330" y="90170"/>
                  </a:lnTo>
                  <a:lnTo>
                    <a:pt x="236819" y="85952"/>
                  </a:lnTo>
                  <a:lnTo>
                    <a:pt x="95250" y="0"/>
                  </a:lnTo>
                  <a:close/>
                  <a:moveTo>
                    <a:pt x="238760" y="85090"/>
                  </a:moveTo>
                  <a:lnTo>
                    <a:pt x="236819" y="85952"/>
                  </a:lnTo>
                  <a:lnTo>
                    <a:pt x="237489" y="86360"/>
                  </a:lnTo>
                  <a:lnTo>
                    <a:pt x="238760" y="8509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CustomShape 15"/>
            <p:cNvSpPr/>
            <p:nvPr/>
          </p:nvSpPr>
          <p:spPr>
            <a:xfrm>
              <a:off x="6339960" y="1364040"/>
              <a:ext cx="237960" cy="340920"/>
            </a:xfrm>
            <a:custGeom>
              <a:avLst/>
              <a:gdLst/>
              <a:ahLst/>
              <a:rect l="l" t="t" r="r" b="b"/>
              <a:pathLst>
                <a:path w="238759" h="341630">
                  <a:moveTo>
                    <a:pt x="237489" y="86360"/>
                  </a:moveTo>
                  <a:lnTo>
                    <a:pt x="238760" y="85090"/>
                  </a:lnTo>
                  <a:lnTo>
                    <a:pt x="227330" y="90170"/>
                  </a:lnTo>
                  <a:lnTo>
                    <a:pt x="219710" y="92710"/>
                  </a:lnTo>
                  <a:lnTo>
                    <a:pt x="215900" y="95250"/>
                  </a:lnTo>
                  <a:lnTo>
                    <a:pt x="210819" y="101600"/>
                  </a:lnTo>
                  <a:lnTo>
                    <a:pt x="207010" y="110490"/>
                  </a:lnTo>
                  <a:lnTo>
                    <a:pt x="152400" y="341630"/>
                  </a:lnTo>
                  <a:lnTo>
                    <a:pt x="0" y="287020"/>
                  </a:lnTo>
                  <a:lnTo>
                    <a:pt x="62230" y="6350"/>
                  </a:lnTo>
                  <a:lnTo>
                    <a:pt x="95250" y="0"/>
                  </a:lnTo>
                  <a:lnTo>
                    <a:pt x="237489" y="8636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38760" y="341630"/>
                  </a:moveTo>
                  <a:lnTo>
                    <a:pt x="238760" y="34163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CustomShape 16"/>
            <p:cNvSpPr/>
            <p:nvPr/>
          </p:nvSpPr>
          <p:spPr>
            <a:xfrm>
              <a:off x="6478920" y="1238760"/>
              <a:ext cx="118800" cy="13788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CustomShape 17"/>
            <p:cNvSpPr/>
            <p:nvPr/>
          </p:nvSpPr>
          <p:spPr>
            <a:xfrm>
              <a:off x="6464160" y="165096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7779" y="27939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CustomShape 18"/>
            <p:cNvSpPr/>
            <p:nvPr/>
          </p:nvSpPr>
          <p:spPr>
            <a:xfrm>
              <a:off x="6464160" y="165096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29" y="0"/>
                  </a:moveTo>
                  <a:lnTo>
                    <a:pt x="17779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1589"/>
                  </a:lnTo>
                  <a:lnTo>
                    <a:pt x="17779" y="27939"/>
                  </a:lnTo>
                  <a:lnTo>
                    <a:pt x="11429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39"/>
                  </a:moveTo>
                  <a:lnTo>
                    <a:pt x="24129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CustomShape 19"/>
            <p:cNvSpPr/>
            <p:nvPr/>
          </p:nvSpPr>
          <p:spPr>
            <a:xfrm>
              <a:off x="6431400" y="1415880"/>
              <a:ext cx="20880" cy="28440"/>
            </a:xfrm>
            <a:custGeom>
              <a:avLst/>
              <a:gdLst/>
              <a:ahLst/>
              <a:rect l="l" t="t" r="r" b="b"/>
              <a:pathLst>
                <a:path w="21589" h="29209">
                  <a:moveTo>
                    <a:pt x="1651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9210"/>
                  </a:lnTo>
                  <a:lnTo>
                    <a:pt x="16510" y="29210"/>
                  </a:lnTo>
                  <a:lnTo>
                    <a:pt x="21590" y="21589"/>
                  </a:lnTo>
                  <a:lnTo>
                    <a:pt x="21590" y="6350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CustomShape 20"/>
            <p:cNvSpPr/>
            <p:nvPr/>
          </p:nvSpPr>
          <p:spPr>
            <a:xfrm>
              <a:off x="6431400" y="141588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09">
                  <a:moveTo>
                    <a:pt x="11430" y="0"/>
                  </a:moveTo>
                  <a:lnTo>
                    <a:pt x="16510" y="0"/>
                  </a:lnTo>
                  <a:lnTo>
                    <a:pt x="21590" y="6350"/>
                  </a:lnTo>
                  <a:lnTo>
                    <a:pt x="21590" y="13970"/>
                  </a:lnTo>
                  <a:lnTo>
                    <a:pt x="21590" y="21589"/>
                  </a:lnTo>
                  <a:lnTo>
                    <a:pt x="1651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60" y="29210"/>
                  </a:moveTo>
                  <a:lnTo>
                    <a:pt x="2286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CustomShape 21"/>
            <p:cNvSpPr/>
            <p:nvPr/>
          </p:nvSpPr>
          <p:spPr>
            <a:xfrm>
              <a:off x="6472080" y="143244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9050" y="29210"/>
                  </a:lnTo>
                  <a:lnTo>
                    <a:pt x="24129" y="22860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" name="CustomShape 22"/>
            <p:cNvSpPr/>
            <p:nvPr/>
          </p:nvSpPr>
          <p:spPr>
            <a:xfrm>
              <a:off x="6472080" y="143244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29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5239"/>
                  </a:lnTo>
                  <a:lnTo>
                    <a:pt x="24129" y="22860"/>
                  </a:lnTo>
                  <a:lnTo>
                    <a:pt x="19050" y="29210"/>
                  </a:lnTo>
                  <a:lnTo>
                    <a:pt x="11429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523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" name="CustomShape 23"/>
            <p:cNvSpPr/>
            <p:nvPr/>
          </p:nvSpPr>
          <p:spPr>
            <a:xfrm>
              <a:off x="6513840" y="1451520"/>
              <a:ext cx="22320" cy="28440"/>
            </a:xfrm>
            <a:custGeom>
              <a:avLst/>
              <a:gdLst/>
              <a:ahLst/>
              <a:rect l="l" t="t" r="r" b="b"/>
              <a:pathLst>
                <a:path w="22859" h="29209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7779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CustomShape 24"/>
            <p:cNvSpPr/>
            <p:nvPr/>
          </p:nvSpPr>
          <p:spPr>
            <a:xfrm>
              <a:off x="6513840" y="14515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29" y="0"/>
                  </a:moveTo>
                  <a:lnTo>
                    <a:pt x="17779" y="0"/>
                  </a:lnTo>
                  <a:lnTo>
                    <a:pt x="22860" y="6350"/>
                  </a:lnTo>
                  <a:lnTo>
                    <a:pt x="22860" y="15239"/>
                  </a:lnTo>
                  <a:lnTo>
                    <a:pt x="22860" y="22860"/>
                  </a:lnTo>
                  <a:lnTo>
                    <a:pt x="17779" y="29210"/>
                  </a:lnTo>
                  <a:lnTo>
                    <a:pt x="11429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523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CustomShape 25"/>
            <p:cNvSpPr/>
            <p:nvPr/>
          </p:nvSpPr>
          <p:spPr>
            <a:xfrm>
              <a:off x="6419880" y="1456560"/>
              <a:ext cx="23400" cy="25920"/>
            </a:xfrm>
            <a:custGeom>
              <a:avLst/>
              <a:gdLst/>
              <a:ahLst/>
              <a:rect l="l" t="t" r="r" b="b"/>
              <a:pathLst>
                <a:path w="24129" h="26669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6670"/>
                  </a:lnTo>
                  <a:lnTo>
                    <a:pt x="17779" y="26670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CustomShape 26"/>
            <p:cNvSpPr/>
            <p:nvPr/>
          </p:nvSpPr>
          <p:spPr>
            <a:xfrm>
              <a:off x="6419880" y="145656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1429" y="0"/>
                  </a:moveTo>
                  <a:lnTo>
                    <a:pt x="17779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1589"/>
                  </a:lnTo>
                  <a:lnTo>
                    <a:pt x="17779" y="26670"/>
                  </a:lnTo>
                  <a:lnTo>
                    <a:pt x="11429" y="26670"/>
                  </a:lnTo>
                  <a:lnTo>
                    <a:pt x="5079" y="26670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39"/>
                  </a:moveTo>
                  <a:lnTo>
                    <a:pt x="24129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CustomShape 27"/>
            <p:cNvSpPr/>
            <p:nvPr/>
          </p:nvSpPr>
          <p:spPr>
            <a:xfrm>
              <a:off x="6463080" y="147312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0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CustomShape 28"/>
            <p:cNvSpPr/>
            <p:nvPr/>
          </p:nvSpPr>
          <p:spPr>
            <a:xfrm>
              <a:off x="6463080" y="14731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2860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9210"/>
                  </a:moveTo>
                  <a:lnTo>
                    <a:pt x="2413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CustomShape 29"/>
            <p:cNvSpPr/>
            <p:nvPr/>
          </p:nvSpPr>
          <p:spPr>
            <a:xfrm>
              <a:off x="6503760" y="1492200"/>
              <a:ext cx="20880" cy="28440"/>
            </a:xfrm>
            <a:custGeom>
              <a:avLst/>
              <a:gdLst/>
              <a:ahLst/>
              <a:rect l="l" t="t" r="r" b="b"/>
              <a:pathLst>
                <a:path w="21590" h="29209">
                  <a:moveTo>
                    <a:pt x="1650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6509" y="29210"/>
                  </a:lnTo>
                  <a:lnTo>
                    <a:pt x="21589" y="22860"/>
                  </a:lnTo>
                  <a:lnTo>
                    <a:pt x="21589" y="6350"/>
                  </a:lnTo>
                  <a:lnTo>
                    <a:pt x="1650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CustomShape 30"/>
            <p:cNvSpPr/>
            <p:nvPr/>
          </p:nvSpPr>
          <p:spPr>
            <a:xfrm>
              <a:off x="6503760" y="1492200"/>
              <a:ext cx="22320" cy="28440"/>
            </a:xfrm>
            <a:custGeom>
              <a:avLst/>
              <a:gdLst/>
              <a:ahLst/>
              <a:rect l="l" t="t" r="r" b="b"/>
              <a:pathLst>
                <a:path w="22859" h="29209">
                  <a:moveTo>
                    <a:pt x="11429" y="0"/>
                  </a:moveTo>
                  <a:lnTo>
                    <a:pt x="16509" y="0"/>
                  </a:lnTo>
                  <a:lnTo>
                    <a:pt x="21589" y="6350"/>
                  </a:lnTo>
                  <a:lnTo>
                    <a:pt x="21589" y="13970"/>
                  </a:lnTo>
                  <a:lnTo>
                    <a:pt x="21589" y="22860"/>
                  </a:lnTo>
                  <a:lnTo>
                    <a:pt x="16509" y="29210"/>
                  </a:lnTo>
                  <a:lnTo>
                    <a:pt x="11429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59" y="29210"/>
                  </a:moveTo>
                  <a:lnTo>
                    <a:pt x="2285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CustomShape 31"/>
            <p:cNvSpPr/>
            <p:nvPr/>
          </p:nvSpPr>
          <p:spPr>
            <a:xfrm>
              <a:off x="6408360" y="1494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9050" y="29210"/>
                  </a:lnTo>
                  <a:lnTo>
                    <a:pt x="24129" y="22860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CustomShape 32"/>
            <p:cNvSpPr/>
            <p:nvPr/>
          </p:nvSpPr>
          <p:spPr>
            <a:xfrm>
              <a:off x="6408360" y="1494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2700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2860"/>
                  </a:lnTo>
                  <a:lnTo>
                    <a:pt x="19050" y="29210"/>
                  </a:lnTo>
                  <a:lnTo>
                    <a:pt x="12700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CustomShape 33"/>
            <p:cNvSpPr/>
            <p:nvPr/>
          </p:nvSpPr>
          <p:spPr>
            <a:xfrm>
              <a:off x="6451560" y="1512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59"/>
                  </a:lnTo>
                  <a:lnTo>
                    <a:pt x="5079" y="29209"/>
                  </a:lnTo>
                  <a:lnTo>
                    <a:pt x="17779" y="29209"/>
                  </a:lnTo>
                  <a:lnTo>
                    <a:pt x="24129" y="22859"/>
                  </a:lnTo>
                  <a:lnTo>
                    <a:pt x="2412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0" name="CustomShape 34"/>
            <p:cNvSpPr/>
            <p:nvPr/>
          </p:nvSpPr>
          <p:spPr>
            <a:xfrm>
              <a:off x="6451560" y="1512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29" y="0"/>
                  </a:moveTo>
                  <a:lnTo>
                    <a:pt x="17779" y="0"/>
                  </a:lnTo>
                  <a:lnTo>
                    <a:pt x="24129" y="6350"/>
                  </a:lnTo>
                  <a:lnTo>
                    <a:pt x="24129" y="13969"/>
                  </a:lnTo>
                  <a:lnTo>
                    <a:pt x="24129" y="22859"/>
                  </a:lnTo>
                  <a:lnTo>
                    <a:pt x="17779" y="29209"/>
                  </a:lnTo>
                  <a:lnTo>
                    <a:pt x="11429" y="29209"/>
                  </a:lnTo>
                  <a:lnTo>
                    <a:pt x="5079" y="29209"/>
                  </a:lnTo>
                  <a:lnTo>
                    <a:pt x="0" y="22859"/>
                  </a:lnTo>
                  <a:lnTo>
                    <a:pt x="0" y="1396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09"/>
                  </a:moveTo>
                  <a:lnTo>
                    <a:pt x="24129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CustomShape 35"/>
            <p:cNvSpPr/>
            <p:nvPr/>
          </p:nvSpPr>
          <p:spPr>
            <a:xfrm>
              <a:off x="6493680" y="1531800"/>
              <a:ext cx="22320" cy="28440"/>
            </a:xfrm>
            <a:custGeom>
              <a:avLst/>
              <a:gdLst/>
              <a:ahLst/>
              <a:rect l="l" t="t" r="r" b="b"/>
              <a:pathLst>
                <a:path w="22859" h="29209">
                  <a:moveTo>
                    <a:pt x="1778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59"/>
                  </a:lnTo>
                  <a:lnTo>
                    <a:pt x="5079" y="29209"/>
                  </a:lnTo>
                  <a:lnTo>
                    <a:pt x="17780" y="29209"/>
                  </a:lnTo>
                  <a:lnTo>
                    <a:pt x="22860" y="22859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2" name="CustomShape 36"/>
            <p:cNvSpPr/>
            <p:nvPr/>
          </p:nvSpPr>
          <p:spPr>
            <a:xfrm>
              <a:off x="6493680" y="153180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69"/>
                  </a:lnTo>
                  <a:lnTo>
                    <a:pt x="22860" y="22859"/>
                  </a:lnTo>
                  <a:lnTo>
                    <a:pt x="17780" y="29209"/>
                  </a:lnTo>
                  <a:lnTo>
                    <a:pt x="11430" y="29209"/>
                  </a:lnTo>
                  <a:lnTo>
                    <a:pt x="5079" y="29209"/>
                  </a:lnTo>
                  <a:lnTo>
                    <a:pt x="0" y="22859"/>
                  </a:lnTo>
                  <a:lnTo>
                    <a:pt x="0" y="1396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9209"/>
                  </a:moveTo>
                  <a:lnTo>
                    <a:pt x="24130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3" name="CustomShape 37"/>
            <p:cNvSpPr/>
            <p:nvPr/>
          </p:nvSpPr>
          <p:spPr>
            <a:xfrm>
              <a:off x="6399360" y="1536840"/>
              <a:ext cx="20880" cy="25920"/>
            </a:xfrm>
            <a:custGeom>
              <a:avLst/>
              <a:gdLst/>
              <a:ahLst/>
              <a:rect l="l" t="t" r="r" b="b"/>
              <a:pathLst>
                <a:path w="21589" h="26669">
                  <a:moveTo>
                    <a:pt x="16510" y="0"/>
                  </a:moveTo>
                  <a:lnTo>
                    <a:pt x="3810" y="0"/>
                  </a:lnTo>
                  <a:lnTo>
                    <a:pt x="0" y="5079"/>
                  </a:lnTo>
                  <a:lnTo>
                    <a:pt x="0" y="20320"/>
                  </a:lnTo>
                  <a:lnTo>
                    <a:pt x="3810" y="26670"/>
                  </a:lnTo>
                  <a:lnTo>
                    <a:pt x="16510" y="26670"/>
                  </a:lnTo>
                  <a:lnTo>
                    <a:pt x="21590" y="20320"/>
                  </a:lnTo>
                  <a:lnTo>
                    <a:pt x="21590" y="5079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CustomShape 38"/>
            <p:cNvSpPr/>
            <p:nvPr/>
          </p:nvSpPr>
          <p:spPr>
            <a:xfrm>
              <a:off x="6399360" y="1536840"/>
              <a:ext cx="20880" cy="25920"/>
            </a:xfrm>
            <a:custGeom>
              <a:avLst/>
              <a:gdLst/>
              <a:ahLst/>
              <a:rect l="l" t="t" r="r" b="b"/>
              <a:pathLst>
                <a:path w="21589" h="26669">
                  <a:moveTo>
                    <a:pt x="10160" y="0"/>
                  </a:moveTo>
                  <a:lnTo>
                    <a:pt x="16510" y="0"/>
                  </a:lnTo>
                  <a:lnTo>
                    <a:pt x="21590" y="5079"/>
                  </a:lnTo>
                  <a:lnTo>
                    <a:pt x="21590" y="12700"/>
                  </a:lnTo>
                  <a:lnTo>
                    <a:pt x="21590" y="20320"/>
                  </a:lnTo>
                  <a:lnTo>
                    <a:pt x="16510" y="26670"/>
                  </a:lnTo>
                  <a:lnTo>
                    <a:pt x="10160" y="26670"/>
                  </a:lnTo>
                  <a:lnTo>
                    <a:pt x="3810" y="26670"/>
                  </a:lnTo>
                  <a:lnTo>
                    <a:pt x="0" y="20320"/>
                  </a:lnTo>
                  <a:lnTo>
                    <a:pt x="0" y="12700"/>
                  </a:lnTo>
                  <a:lnTo>
                    <a:pt x="0" y="5079"/>
                  </a:lnTo>
                  <a:lnTo>
                    <a:pt x="3810" y="0"/>
                  </a:lnTo>
                  <a:lnTo>
                    <a:pt x="1016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1590" y="26670"/>
                  </a:moveTo>
                  <a:lnTo>
                    <a:pt x="21590" y="2667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CustomShape 39"/>
            <p:cNvSpPr/>
            <p:nvPr/>
          </p:nvSpPr>
          <p:spPr>
            <a:xfrm>
              <a:off x="6441480" y="155196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0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CustomShape 40"/>
            <p:cNvSpPr/>
            <p:nvPr/>
          </p:nvSpPr>
          <p:spPr>
            <a:xfrm>
              <a:off x="6441480" y="155196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0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2860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60" y="29210"/>
                  </a:moveTo>
                  <a:lnTo>
                    <a:pt x="2286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7" name="CustomShape 41"/>
            <p:cNvSpPr/>
            <p:nvPr/>
          </p:nvSpPr>
          <p:spPr>
            <a:xfrm>
              <a:off x="6482160" y="1571040"/>
              <a:ext cx="22320" cy="28440"/>
            </a:xfrm>
            <a:custGeom>
              <a:avLst/>
              <a:gdLst/>
              <a:ahLst/>
              <a:rect l="l" t="t" r="r" b="b"/>
              <a:pathLst>
                <a:path w="22859" h="2920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8" name="CustomShape 42"/>
            <p:cNvSpPr/>
            <p:nvPr/>
          </p:nvSpPr>
          <p:spPr>
            <a:xfrm>
              <a:off x="6482160" y="157104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2860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CustomShape 43"/>
            <p:cNvSpPr/>
            <p:nvPr/>
          </p:nvSpPr>
          <p:spPr>
            <a:xfrm>
              <a:off x="6389280" y="15760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9050" y="27939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CustomShape 44"/>
            <p:cNvSpPr/>
            <p:nvPr/>
          </p:nvSpPr>
          <p:spPr>
            <a:xfrm>
              <a:off x="6389280" y="157608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2700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3969"/>
                  </a:lnTo>
                  <a:lnTo>
                    <a:pt x="24129" y="21589"/>
                  </a:lnTo>
                  <a:lnTo>
                    <a:pt x="19050" y="27939"/>
                  </a:lnTo>
                  <a:lnTo>
                    <a:pt x="12700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6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09"/>
                  </a:moveTo>
                  <a:lnTo>
                    <a:pt x="24129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CustomShape 45"/>
            <p:cNvSpPr/>
            <p:nvPr/>
          </p:nvSpPr>
          <p:spPr>
            <a:xfrm>
              <a:off x="6431400" y="1593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4130" y="21589"/>
                  </a:lnTo>
                  <a:lnTo>
                    <a:pt x="2413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CustomShape 46"/>
            <p:cNvSpPr/>
            <p:nvPr/>
          </p:nvSpPr>
          <p:spPr>
            <a:xfrm>
              <a:off x="6431400" y="159372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30" y="0"/>
                  </a:moveTo>
                  <a:lnTo>
                    <a:pt x="17780" y="0"/>
                  </a:lnTo>
                  <a:lnTo>
                    <a:pt x="24130" y="6350"/>
                  </a:lnTo>
                  <a:lnTo>
                    <a:pt x="24130" y="13970"/>
                  </a:lnTo>
                  <a:lnTo>
                    <a:pt x="24130" y="21589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9210"/>
                  </a:moveTo>
                  <a:lnTo>
                    <a:pt x="2413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CustomShape 47"/>
            <p:cNvSpPr/>
            <p:nvPr/>
          </p:nvSpPr>
          <p:spPr>
            <a:xfrm>
              <a:off x="6472080" y="161172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21590"/>
                  </a:lnTo>
                  <a:lnTo>
                    <a:pt x="5079" y="27940"/>
                  </a:lnTo>
                  <a:lnTo>
                    <a:pt x="19050" y="27940"/>
                  </a:lnTo>
                  <a:lnTo>
                    <a:pt x="24129" y="21590"/>
                  </a:lnTo>
                  <a:lnTo>
                    <a:pt x="24129" y="508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CustomShape 48"/>
            <p:cNvSpPr/>
            <p:nvPr/>
          </p:nvSpPr>
          <p:spPr>
            <a:xfrm>
              <a:off x="6472080" y="161172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29" y="0"/>
                  </a:moveTo>
                  <a:lnTo>
                    <a:pt x="19050" y="0"/>
                  </a:lnTo>
                  <a:lnTo>
                    <a:pt x="24129" y="5080"/>
                  </a:lnTo>
                  <a:lnTo>
                    <a:pt x="24129" y="13970"/>
                  </a:lnTo>
                  <a:lnTo>
                    <a:pt x="24129" y="21590"/>
                  </a:lnTo>
                  <a:lnTo>
                    <a:pt x="19050" y="27940"/>
                  </a:lnTo>
                  <a:lnTo>
                    <a:pt x="11429" y="27940"/>
                  </a:lnTo>
                  <a:lnTo>
                    <a:pt x="5079" y="27940"/>
                  </a:lnTo>
                  <a:lnTo>
                    <a:pt x="0" y="21590"/>
                  </a:lnTo>
                  <a:lnTo>
                    <a:pt x="0" y="13970"/>
                  </a:lnTo>
                  <a:lnTo>
                    <a:pt x="0" y="508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40"/>
                  </a:moveTo>
                  <a:lnTo>
                    <a:pt x="24129" y="2794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CustomShape 49"/>
            <p:cNvSpPr/>
            <p:nvPr/>
          </p:nvSpPr>
          <p:spPr>
            <a:xfrm>
              <a:off x="6380640" y="1615320"/>
              <a:ext cx="23400" cy="25920"/>
            </a:xfrm>
            <a:custGeom>
              <a:avLst/>
              <a:gdLst/>
              <a:ahLst/>
              <a:rect l="l" t="t" r="r" b="b"/>
              <a:pathLst>
                <a:path w="24129" h="2666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6670"/>
                  </a:lnTo>
                  <a:lnTo>
                    <a:pt x="17780" y="26670"/>
                  </a:lnTo>
                  <a:lnTo>
                    <a:pt x="24130" y="21589"/>
                  </a:lnTo>
                  <a:lnTo>
                    <a:pt x="2413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CustomShape 50"/>
            <p:cNvSpPr/>
            <p:nvPr/>
          </p:nvSpPr>
          <p:spPr>
            <a:xfrm>
              <a:off x="6380640" y="161532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30" y="0"/>
                  </a:moveTo>
                  <a:lnTo>
                    <a:pt x="17780" y="0"/>
                  </a:lnTo>
                  <a:lnTo>
                    <a:pt x="24130" y="6350"/>
                  </a:lnTo>
                  <a:lnTo>
                    <a:pt x="24130" y="13970"/>
                  </a:lnTo>
                  <a:lnTo>
                    <a:pt x="24130" y="21589"/>
                  </a:lnTo>
                  <a:lnTo>
                    <a:pt x="17780" y="26670"/>
                  </a:lnTo>
                  <a:lnTo>
                    <a:pt x="11430" y="26670"/>
                  </a:lnTo>
                  <a:lnTo>
                    <a:pt x="5080" y="26670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7939"/>
                  </a:moveTo>
                  <a:lnTo>
                    <a:pt x="24130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CustomShape 51"/>
            <p:cNvSpPr/>
            <p:nvPr/>
          </p:nvSpPr>
          <p:spPr>
            <a:xfrm>
              <a:off x="6423840" y="163188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10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7779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8" name="CustomShape 52"/>
            <p:cNvSpPr/>
            <p:nvPr/>
          </p:nvSpPr>
          <p:spPr>
            <a:xfrm>
              <a:off x="6423840" y="163188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10">
                  <a:moveTo>
                    <a:pt x="11429" y="0"/>
                  </a:moveTo>
                  <a:lnTo>
                    <a:pt x="17779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2860"/>
                  </a:lnTo>
                  <a:lnTo>
                    <a:pt x="17779" y="29210"/>
                  </a:lnTo>
                  <a:lnTo>
                    <a:pt x="11429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9" name="CustomShape 53"/>
            <p:cNvSpPr/>
            <p:nvPr/>
          </p:nvSpPr>
          <p:spPr>
            <a:xfrm>
              <a:off x="6277680" y="1385640"/>
              <a:ext cx="85680" cy="92160"/>
            </a:xfrm>
            <a:custGeom>
              <a:avLst/>
              <a:gdLst/>
              <a:ahLst/>
              <a:rect l="l" t="t" r="r" b="b"/>
              <a:pathLst>
                <a:path w="86360" h="92709">
                  <a:moveTo>
                    <a:pt x="0" y="0"/>
                  </a:moveTo>
                  <a:lnTo>
                    <a:pt x="24129" y="52069"/>
                  </a:lnTo>
                  <a:lnTo>
                    <a:pt x="26669" y="59689"/>
                  </a:lnTo>
                  <a:lnTo>
                    <a:pt x="29210" y="63500"/>
                  </a:lnTo>
                  <a:lnTo>
                    <a:pt x="30479" y="66039"/>
                  </a:lnTo>
                  <a:lnTo>
                    <a:pt x="34289" y="71119"/>
                  </a:lnTo>
                  <a:lnTo>
                    <a:pt x="38100" y="77469"/>
                  </a:lnTo>
                  <a:lnTo>
                    <a:pt x="40639" y="81279"/>
                  </a:lnTo>
                  <a:lnTo>
                    <a:pt x="44450" y="85089"/>
                  </a:lnTo>
                  <a:lnTo>
                    <a:pt x="48260" y="87629"/>
                  </a:lnTo>
                  <a:lnTo>
                    <a:pt x="58419" y="92709"/>
                  </a:lnTo>
                  <a:lnTo>
                    <a:pt x="64769" y="92709"/>
                  </a:lnTo>
                  <a:lnTo>
                    <a:pt x="71119" y="91439"/>
                  </a:lnTo>
                  <a:lnTo>
                    <a:pt x="78739" y="90169"/>
                  </a:lnTo>
                  <a:lnTo>
                    <a:pt x="81279" y="86359"/>
                  </a:lnTo>
                  <a:lnTo>
                    <a:pt x="85089" y="82550"/>
                  </a:lnTo>
                  <a:lnTo>
                    <a:pt x="86360" y="78739"/>
                  </a:lnTo>
                  <a:lnTo>
                    <a:pt x="86360" y="69850"/>
                  </a:lnTo>
                  <a:lnTo>
                    <a:pt x="83819" y="63500"/>
                  </a:lnTo>
                  <a:lnTo>
                    <a:pt x="71119" y="40639"/>
                  </a:lnTo>
                  <a:lnTo>
                    <a:pt x="66039" y="30479"/>
                  </a:lnTo>
                  <a:lnTo>
                    <a:pt x="60960" y="25400"/>
                  </a:lnTo>
                  <a:lnTo>
                    <a:pt x="44450" y="13969"/>
                  </a:lnTo>
                  <a:lnTo>
                    <a:pt x="31750" y="8889"/>
                  </a:lnTo>
                  <a:lnTo>
                    <a:pt x="16510" y="5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0" name="CustomShape 54"/>
            <p:cNvSpPr/>
            <p:nvPr/>
          </p:nvSpPr>
          <p:spPr>
            <a:xfrm>
              <a:off x="6277680" y="1385640"/>
              <a:ext cx="85680" cy="92160"/>
            </a:xfrm>
            <a:custGeom>
              <a:avLst/>
              <a:gdLst/>
              <a:ahLst/>
              <a:rect l="l" t="t" r="r" b="b"/>
              <a:pathLst>
                <a:path w="86360" h="92709">
                  <a:moveTo>
                    <a:pt x="0" y="0"/>
                  </a:moveTo>
                  <a:lnTo>
                    <a:pt x="16510" y="5079"/>
                  </a:lnTo>
                  <a:lnTo>
                    <a:pt x="31750" y="8889"/>
                  </a:lnTo>
                  <a:lnTo>
                    <a:pt x="44450" y="13969"/>
                  </a:lnTo>
                  <a:lnTo>
                    <a:pt x="60960" y="25400"/>
                  </a:lnTo>
                  <a:lnTo>
                    <a:pt x="66039" y="30479"/>
                  </a:lnTo>
                  <a:lnTo>
                    <a:pt x="71119" y="40639"/>
                  </a:lnTo>
                  <a:lnTo>
                    <a:pt x="77469" y="52069"/>
                  </a:lnTo>
                  <a:lnTo>
                    <a:pt x="83819" y="63500"/>
                  </a:lnTo>
                  <a:lnTo>
                    <a:pt x="86360" y="69850"/>
                  </a:lnTo>
                  <a:lnTo>
                    <a:pt x="86360" y="74929"/>
                  </a:lnTo>
                  <a:lnTo>
                    <a:pt x="86360" y="78739"/>
                  </a:lnTo>
                  <a:lnTo>
                    <a:pt x="85089" y="82550"/>
                  </a:lnTo>
                  <a:lnTo>
                    <a:pt x="81279" y="86359"/>
                  </a:lnTo>
                  <a:lnTo>
                    <a:pt x="78739" y="90169"/>
                  </a:lnTo>
                  <a:lnTo>
                    <a:pt x="71119" y="91439"/>
                  </a:lnTo>
                  <a:lnTo>
                    <a:pt x="64769" y="92709"/>
                  </a:lnTo>
                  <a:lnTo>
                    <a:pt x="58419" y="92709"/>
                  </a:lnTo>
                  <a:lnTo>
                    <a:pt x="53339" y="90169"/>
                  </a:lnTo>
                  <a:lnTo>
                    <a:pt x="48260" y="87629"/>
                  </a:lnTo>
                  <a:lnTo>
                    <a:pt x="44450" y="85089"/>
                  </a:lnTo>
                  <a:lnTo>
                    <a:pt x="40639" y="81279"/>
                  </a:lnTo>
                  <a:lnTo>
                    <a:pt x="38100" y="77469"/>
                  </a:lnTo>
                  <a:lnTo>
                    <a:pt x="34289" y="71119"/>
                  </a:lnTo>
                  <a:lnTo>
                    <a:pt x="30479" y="66039"/>
                  </a:lnTo>
                  <a:lnTo>
                    <a:pt x="29210" y="63500"/>
                  </a:lnTo>
                  <a:lnTo>
                    <a:pt x="26669" y="59689"/>
                  </a:lnTo>
                  <a:lnTo>
                    <a:pt x="24129" y="52069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86360" y="92709"/>
                  </a:moveTo>
                  <a:lnTo>
                    <a:pt x="86360" y="927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1" name="CustomShape 55"/>
            <p:cNvSpPr/>
            <p:nvPr/>
          </p:nvSpPr>
          <p:spPr>
            <a:xfrm>
              <a:off x="6329520" y="1339920"/>
              <a:ext cx="59040" cy="69120"/>
            </a:xfrm>
            <a:custGeom>
              <a:avLst/>
              <a:gdLst/>
              <a:ahLst/>
              <a:rect l="l" t="t" r="r" b="b"/>
              <a:pathLst>
                <a:path w="59689" h="69850">
                  <a:moveTo>
                    <a:pt x="0" y="0"/>
                  </a:moveTo>
                  <a:lnTo>
                    <a:pt x="0" y="41910"/>
                  </a:lnTo>
                  <a:lnTo>
                    <a:pt x="1270" y="46989"/>
                  </a:lnTo>
                  <a:lnTo>
                    <a:pt x="3810" y="52070"/>
                  </a:lnTo>
                  <a:lnTo>
                    <a:pt x="10160" y="55879"/>
                  </a:lnTo>
                  <a:lnTo>
                    <a:pt x="13970" y="58420"/>
                  </a:lnTo>
                  <a:lnTo>
                    <a:pt x="21590" y="64770"/>
                  </a:lnTo>
                  <a:lnTo>
                    <a:pt x="27940" y="67310"/>
                  </a:lnTo>
                  <a:lnTo>
                    <a:pt x="35560" y="69850"/>
                  </a:lnTo>
                  <a:lnTo>
                    <a:pt x="41910" y="69850"/>
                  </a:lnTo>
                  <a:lnTo>
                    <a:pt x="49530" y="67310"/>
                  </a:lnTo>
                  <a:lnTo>
                    <a:pt x="55880" y="63500"/>
                  </a:lnTo>
                  <a:lnTo>
                    <a:pt x="59690" y="58420"/>
                  </a:lnTo>
                  <a:lnTo>
                    <a:pt x="59690" y="52070"/>
                  </a:lnTo>
                  <a:lnTo>
                    <a:pt x="57150" y="45720"/>
                  </a:lnTo>
                  <a:lnTo>
                    <a:pt x="54610" y="40639"/>
                  </a:lnTo>
                  <a:lnTo>
                    <a:pt x="50800" y="31750"/>
                  </a:lnTo>
                  <a:lnTo>
                    <a:pt x="45720" y="22860"/>
                  </a:lnTo>
                  <a:lnTo>
                    <a:pt x="40640" y="19050"/>
                  </a:lnTo>
                  <a:lnTo>
                    <a:pt x="36830" y="13970"/>
                  </a:lnTo>
                  <a:lnTo>
                    <a:pt x="29210" y="8889"/>
                  </a:lnTo>
                  <a:lnTo>
                    <a:pt x="22860" y="3810"/>
                  </a:lnTo>
                  <a:lnTo>
                    <a:pt x="13970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CustomShape 56"/>
            <p:cNvSpPr/>
            <p:nvPr/>
          </p:nvSpPr>
          <p:spPr>
            <a:xfrm>
              <a:off x="6329520" y="1339920"/>
              <a:ext cx="59040" cy="69120"/>
            </a:xfrm>
            <a:custGeom>
              <a:avLst/>
              <a:gdLst/>
              <a:ahLst/>
              <a:rect l="l" t="t" r="r" b="b"/>
              <a:pathLst>
                <a:path w="59689" h="69850">
                  <a:moveTo>
                    <a:pt x="0" y="0"/>
                  </a:moveTo>
                  <a:lnTo>
                    <a:pt x="13970" y="1270"/>
                  </a:lnTo>
                  <a:lnTo>
                    <a:pt x="22860" y="3810"/>
                  </a:lnTo>
                  <a:lnTo>
                    <a:pt x="29210" y="8889"/>
                  </a:lnTo>
                  <a:lnTo>
                    <a:pt x="36830" y="13970"/>
                  </a:lnTo>
                  <a:lnTo>
                    <a:pt x="40640" y="19050"/>
                  </a:lnTo>
                  <a:lnTo>
                    <a:pt x="45720" y="22860"/>
                  </a:lnTo>
                  <a:lnTo>
                    <a:pt x="50800" y="31750"/>
                  </a:lnTo>
                  <a:lnTo>
                    <a:pt x="54610" y="40639"/>
                  </a:lnTo>
                  <a:lnTo>
                    <a:pt x="57150" y="45720"/>
                  </a:lnTo>
                  <a:lnTo>
                    <a:pt x="59690" y="52070"/>
                  </a:lnTo>
                  <a:lnTo>
                    <a:pt x="59690" y="58420"/>
                  </a:lnTo>
                  <a:lnTo>
                    <a:pt x="55880" y="63500"/>
                  </a:lnTo>
                  <a:lnTo>
                    <a:pt x="49530" y="67310"/>
                  </a:lnTo>
                  <a:lnTo>
                    <a:pt x="41910" y="69850"/>
                  </a:lnTo>
                  <a:lnTo>
                    <a:pt x="35560" y="69850"/>
                  </a:lnTo>
                  <a:lnTo>
                    <a:pt x="27940" y="67310"/>
                  </a:lnTo>
                  <a:lnTo>
                    <a:pt x="21590" y="64770"/>
                  </a:lnTo>
                  <a:lnTo>
                    <a:pt x="13970" y="58420"/>
                  </a:lnTo>
                  <a:lnTo>
                    <a:pt x="10160" y="55879"/>
                  </a:lnTo>
                  <a:lnTo>
                    <a:pt x="3810" y="52070"/>
                  </a:lnTo>
                  <a:lnTo>
                    <a:pt x="1270" y="46989"/>
                  </a:lnTo>
                  <a:lnTo>
                    <a:pt x="0" y="41910"/>
                  </a:lnTo>
                  <a:lnTo>
                    <a:pt x="0" y="35560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59690" y="69850"/>
                  </a:moveTo>
                  <a:lnTo>
                    <a:pt x="59690" y="6985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3" name="CustomShape 57"/>
            <p:cNvSpPr/>
            <p:nvPr/>
          </p:nvSpPr>
          <p:spPr>
            <a:xfrm>
              <a:off x="6213960" y="1452960"/>
              <a:ext cx="141480" cy="76680"/>
            </a:xfrm>
            <a:custGeom>
              <a:avLst/>
              <a:gdLst/>
              <a:ahLst/>
              <a:rect l="l" t="t" r="r" b="b"/>
              <a:pathLst>
                <a:path w="142239" h="77469">
                  <a:moveTo>
                    <a:pt x="0" y="0"/>
                  </a:moveTo>
                  <a:lnTo>
                    <a:pt x="25400" y="43180"/>
                  </a:lnTo>
                  <a:lnTo>
                    <a:pt x="59689" y="60960"/>
                  </a:lnTo>
                  <a:lnTo>
                    <a:pt x="68579" y="62230"/>
                  </a:lnTo>
                  <a:lnTo>
                    <a:pt x="82550" y="66040"/>
                  </a:lnTo>
                  <a:lnTo>
                    <a:pt x="102869" y="73660"/>
                  </a:lnTo>
                  <a:lnTo>
                    <a:pt x="107950" y="74930"/>
                  </a:lnTo>
                  <a:lnTo>
                    <a:pt x="115569" y="77470"/>
                  </a:lnTo>
                  <a:lnTo>
                    <a:pt x="121919" y="77470"/>
                  </a:lnTo>
                  <a:lnTo>
                    <a:pt x="128269" y="76200"/>
                  </a:lnTo>
                  <a:lnTo>
                    <a:pt x="133350" y="73660"/>
                  </a:lnTo>
                  <a:lnTo>
                    <a:pt x="137160" y="72390"/>
                  </a:lnTo>
                  <a:lnTo>
                    <a:pt x="139700" y="68580"/>
                  </a:lnTo>
                  <a:lnTo>
                    <a:pt x="142239" y="62230"/>
                  </a:lnTo>
                  <a:lnTo>
                    <a:pt x="142239" y="57150"/>
                  </a:lnTo>
                  <a:lnTo>
                    <a:pt x="132079" y="49530"/>
                  </a:lnTo>
                  <a:lnTo>
                    <a:pt x="121919" y="44450"/>
                  </a:lnTo>
                  <a:lnTo>
                    <a:pt x="111760" y="40640"/>
                  </a:lnTo>
                  <a:lnTo>
                    <a:pt x="96519" y="36830"/>
                  </a:lnTo>
                  <a:lnTo>
                    <a:pt x="77469" y="25400"/>
                  </a:lnTo>
                  <a:lnTo>
                    <a:pt x="62229" y="11430"/>
                  </a:lnTo>
                  <a:lnTo>
                    <a:pt x="52069" y="6350"/>
                  </a:lnTo>
                  <a:lnTo>
                    <a:pt x="43179" y="5080"/>
                  </a:lnTo>
                  <a:lnTo>
                    <a:pt x="26669" y="2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CustomShape 58"/>
            <p:cNvSpPr/>
            <p:nvPr/>
          </p:nvSpPr>
          <p:spPr>
            <a:xfrm>
              <a:off x="6213960" y="1452960"/>
              <a:ext cx="141480" cy="76680"/>
            </a:xfrm>
            <a:custGeom>
              <a:avLst/>
              <a:gdLst/>
              <a:ahLst/>
              <a:rect l="l" t="t" r="r" b="b"/>
              <a:pathLst>
                <a:path w="142239" h="77469">
                  <a:moveTo>
                    <a:pt x="0" y="0"/>
                  </a:moveTo>
                  <a:lnTo>
                    <a:pt x="26669" y="2540"/>
                  </a:lnTo>
                  <a:lnTo>
                    <a:pt x="43179" y="5080"/>
                  </a:lnTo>
                  <a:lnTo>
                    <a:pt x="52069" y="6350"/>
                  </a:lnTo>
                  <a:lnTo>
                    <a:pt x="62229" y="11430"/>
                  </a:lnTo>
                  <a:lnTo>
                    <a:pt x="77469" y="25400"/>
                  </a:lnTo>
                  <a:lnTo>
                    <a:pt x="96519" y="36830"/>
                  </a:lnTo>
                  <a:lnTo>
                    <a:pt x="111760" y="40640"/>
                  </a:lnTo>
                  <a:lnTo>
                    <a:pt x="121919" y="44450"/>
                  </a:lnTo>
                  <a:lnTo>
                    <a:pt x="132079" y="49530"/>
                  </a:lnTo>
                  <a:lnTo>
                    <a:pt x="137160" y="53340"/>
                  </a:lnTo>
                  <a:lnTo>
                    <a:pt x="142239" y="57150"/>
                  </a:lnTo>
                  <a:lnTo>
                    <a:pt x="142239" y="62230"/>
                  </a:lnTo>
                  <a:lnTo>
                    <a:pt x="139700" y="68580"/>
                  </a:lnTo>
                  <a:lnTo>
                    <a:pt x="137160" y="72390"/>
                  </a:lnTo>
                  <a:lnTo>
                    <a:pt x="133350" y="73660"/>
                  </a:lnTo>
                  <a:lnTo>
                    <a:pt x="128269" y="76200"/>
                  </a:lnTo>
                  <a:lnTo>
                    <a:pt x="121919" y="77470"/>
                  </a:lnTo>
                  <a:lnTo>
                    <a:pt x="115569" y="77470"/>
                  </a:lnTo>
                  <a:lnTo>
                    <a:pt x="107950" y="74930"/>
                  </a:lnTo>
                  <a:lnTo>
                    <a:pt x="102869" y="73660"/>
                  </a:lnTo>
                  <a:lnTo>
                    <a:pt x="82550" y="66040"/>
                  </a:lnTo>
                  <a:lnTo>
                    <a:pt x="68579" y="62230"/>
                  </a:lnTo>
                  <a:lnTo>
                    <a:pt x="59689" y="60960"/>
                  </a:lnTo>
                  <a:lnTo>
                    <a:pt x="50800" y="58420"/>
                  </a:lnTo>
                  <a:lnTo>
                    <a:pt x="40639" y="54610"/>
                  </a:lnTo>
                  <a:lnTo>
                    <a:pt x="33019" y="50800"/>
                  </a:lnTo>
                  <a:lnTo>
                    <a:pt x="30479" y="48260"/>
                  </a:lnTo>
                  <a:lnTo>
                    <a:pt x="25400" y="43180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142239" y="77470"/>
                  </a:moveTo>
                  <a:lnTo>
                    <a:pt x="142239" y="7747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CustomShape 59"/>
            <p:cNvSpPr/>
            <p:nvPr/>
          </p:nvSpPr>
          <p:spPr>
            <a:xfrm>
              <a:off x="6329520" y="1314360"/>
              <a:ext cx="71640" cy="42480"/>
            </a:xfrm>
            <a:custGeom>
              <a:avLst/>
              <a:gdLst/>
              <a:ahLst/>
              <a:rect l="l" t="t" r="r" b="b"/>
              <a:pathLst>
                <a:path w="72389" h="43180">
                  <a:moveTo>
                    <a:pt x="50800" y="0"/>
                  </a:moveTo>
                  <a:lnTo>
                    <a:pt x="17780" y="0"/>
                  </a:lnTo>
                  <a:lnTo>
                    <a:pt x="7620" y="5079"/>
                  </a:lnTo>
                  <a:lnTo>
                    <a:pt x="0" y="20320"/>
                  </a:lnTo>
                  <a:lnTo>
                    <a:pt x="10160" y="21589"/>
                  </a:lnTo>
                  <a:lnTo>
                    <a:pt x="13970" y="21589"/>
                  </a:lnTo>
                  <a:lnTo>
                    <a:pt x="17780" y="22860"/>
                  </a:lnTo>
                  <a:lnTo>
                    <a:pt x="24130" y="24129"/>
                  </a:lnTo>
                  <a:lnTo>
                    <a:pt x="29210" y="27939"/>
                  </a:lnTo>
                  <a:lnTo>
                    <a:pt x="34290" y="30479"/>
                  </a:lnTo>
                  <a:lnTo>
                    <a:pt x="39370" y="34289"/>
                  </a:lnTo>
                  <a:lnTo>
                    <a:pt x="43180" y="38100"/>
                  </a:lnTo>
                  <a:lnTo>
                    <a:pt x="48260" y="41910"/>
                  </a:lnTo>
                  <a:lnTo>
                    <a:pt x="72390" y="24129"/>
                  </a:lnTo>
                  <a:lnTo>
                    <a:pt x="72390" y="17779"/>
                  </a:lnTo>
                  <a:lnTo>
                    <a:pt x="59690" y="127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CustomShape 60"/>
            <p:cNvSpPr/>
            <p:nvPr/>
          </p:nvSpPr>
          <p:spPr>
            <a:xfrm>
              <a:off x="6329520" y="1314360"/>
              <a:ext cx="71640" cy="42480"/>
            </a:xfrm>
            <a:custGeom>
              <a:avLst/>
              <a:gdLst/>
              <a:ahLst/>
              <a:rect l="l" t="t" r="r" b="b"/>
              <a:pathLst>
                <a:path w="72389" h="43180">
                  <a:moveTo>
                    <a:pt x="0" y="20320"/>
                  </a:moveTo>
                  <a:lnTo>
                    <a:pt x="2540" y="15239"/>
                  </a:lnTo>
                  <a:lnTo>
                    <a:pt x="5080" y="10160"/>
                  </a:lnTo>
                  <a:lnTo>
                    <a:pt x="7620" y="5079"/>
                  </a:lnTo>
                  <a:lnTo>
                    <a:pt x="12700" y="2539"/>
                  </a:lnTo>
                  <a:lnTo>
                    <a:pt x="17780" y="0"/>
                  </a:lnTo>
                  <a:lnTo>
                    <a:pt x="24130" y="0"/>
                  </a:lnTo>
                  <a:lnTo>
                    <a:pt x="29210" y="0"/>
                  </a:lnTo>
                  <a:lnTo>
                    <a:pt x="36830" y="0"/>
                  </a:lnTo>
                  <a:lnTo>
                    <a:pt x="43180" y="0"/>
                  </a:lnTo>
                  <a:lnTo>
                    <a:pt x="50800" y="0"/>
                  </a:lnTo>
                  <a:lnTo>
                    <a:pt x="59690" y="1270"/>
                  </a:lnTo>
                  <a:lnTo>
                    <a:pt x="72390" y="17779"/>
                  </a:lnTo>
                  <a:lnTo>
                    <a:pt x="72390" y="24129"/>
                  </a:lnTo>
                  <a:lnTo>
                    <a:pt x="52070" y="43179"/>
                  </a:lnTo>
                  <a:lnTo>
                    <a:pt x="48260" y="41910"/>
                  </a:lnTo>
                  <a:lnTo>
                    <a:pt x="43180" y="38100"/>
                  </a:lnTo>
                  <a:lnTo>
                    <a:pt x="39370" y="34289"/>
                  </a:lnTo>
                  <a:lnTo>
                    <a:pt x="34290" y="30479"/>
                  </a:lnTo>
                  <a:lnTo>
                    <a:pt x="29210" y="27939"/>
                  </a:lnTo>
                  <a:lnTo>
                    <a:pt x="24130" y="24129"/>
                  </a:lnTo>
                  <a:lnTo>
                    <a:pt x="17780" y="22860"/>
                  </a:lnTo>
                  <a:lnTo>
                    <a:pt x="13970" y="21589"/>
                  </a:lnTo>
                  <a:lnTo>
                    <a:pt x="10160" y="21589"/>
                  </a:lnTo>
                  <a:lnTo>
                    <a:pt x="0" y="2032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72390" y="43179"/>
                  </a:moveTo>
                  <a:lnTo>
                    <a:pt x="72390" y="4317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7" name="Group 61"/>
          <p:cNvGrpSpPr/>
          <p:nvPr/>
        </p:nvGrpSpPr>
        <p:grpSpPr>
          <a:xfrm>
            <a:off x="2489040" y="702360"/>
            <a:ext cx="1203480" cy="1342800"/>
            <a:chOff x="2489040" y="702360"/>
            <a:chExt cx="1203480" cy="1342800"/>
          </a:xfrm>
        </p:grpSpPr>
        <p:sp>
          <p:nvSpPr>
            <p:cNvPr id="488" name="CustomShape 62"/>
            <p:cNvSpPr/>
            <p:nvPr/>
          </p:nvSpPr>
          <p:spPr>
            <a:xfrm>
              <a:off x="2489040" y="1360080"/>
              <a:ext cx="913680" cy="685080"/>
            </a:xfrm>
            <a:custGeom>
              <a:avLst/>
              <a:gdLst/>
              <a:ahLst/>
              <a:rect l="l" t="t" r="r" b="b"/>
              <a:pathLst>
                <a:path w="914400" h="685800">
                  <a:moveTo>
                    <a:pt x="685800" y="0"/>
                  </a:moveTo>
                  <a:lnTo>
                    <a:pt x="228600" y="0"/>
                  </a:lnTo>
                  <a:lnTo>
                    <a:pt x="0" y="342900"/>
                  </a:lnTo>
                  <a:lnTo>
                    <a:pt x="228600" y="685800"/>
                  </a:lnTo>
                  <a:lnTo>
                    <a:pt x="685800" y="685800"/>
                  </a:lnTo>
                  <a:lnTo>
                    <a:pt x="914400" y="3429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CustomShape 63"/>
            <p:cNvSpPr/>
            <p:nvPr/>
          </p:nvSpPr>
          <p:spPr>
            <a:xfrm>
              <a:off x="2489040" y="1360080"/>
              <a:ext cx="913680" cy="685080"/>
            </a:xfrm>
            <a:custGeom>
              <a:avLst/>
              <a:gdLst/>
              <a:ahLst/>
              <a:rect l="l" t="t" r="r" b="b"/>
              <a:pathLst>
                <a:path w="914400" h="685800">
                  <a:moveTo>
                    <a:pt x="228600" y="0"/>
                  </a:moveTo>
                  <a:lnTo>
                    <a:pt x="685800" y="0"/>
                  </a:lnTo>
                  <a:lnTo>
                    <a:pt x="914400" y="342900"/>
                  </a:lnTo>
                  <a:lnTo>
                    <a:pt x="685800" y="685800"/>
                  </a:lnTo>
                  <a:lnTo>
                    <a:pt x="228600" y="685800"/>
                  </a:lnTo>
                  <a:lnTo>
                    <a:pt x="0" y="342900"/>
                  </a:lnTo>
                  <a:lnTo>
                    <a:pt x="2286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914400" y="685800"/>
                  </a:moveTo>
                  <a:lnTo>
                    <a:pt x="914400" y="6858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CustomShape 64"/>
            <p:cNvSpPr/>
            <p:nvPr/>
          </p:nvSpPr>
          <p:spPr>
            <a:xfrm>
              <a:off x="2850120" y="1451880"/>
              <a:ext cx="174240" cy="31500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CustomShape 65"/>
            <p:cNvSpPr/>
            <p:nvPr/>
          </p:nvSpPr>
          <p:spPr>
            <a:xfrm>
              <a:off x="2849760" y="1301760"/>
              <a:ext cx="57600" cy="461520"/>
            </a:xfrm>
            <a:custGeom>
              <a:avLst/>
              <a:gdLst/>
              <a:ahLst/>
              <a:rect l="l" t="t" r="r" b="b"/>
              <a:pathLst>
                <a:path w="58419" h="462280">
                  <a:moveTo>
                    <a:pt x="0" y="462279"/>
                  </a:moveTo>
                  <a:lnTo>
                    <a:pt x="58419" y="0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CustomShape 66"/>
            <p:cNvSpPr/>
            <p:nvPr/>
          </p:nvSpPr>
          <p:spPr>
            <a:xfrm>
              <a:off x="2922120" y="1327320"/>
              <a:ext cx="33480" cy="427320"/>
            </a:xfrm>
            <a:custGeom>
              <a:avLst/>
              <a:gdLst/>
              <a:ahLst/>
              <a:rect l="l" t="t" r="r" b="b"/>
              <a:pathLst>
                <a:path w="34289" h="427989">
                  <a:moveTo>
                    <a:pt x="17144" y="-7906"/>
                  </a:moveTo>
                  <a:lnTo>
                    <a:pt x="17144" y="435896"/>
                  </a:lnTo>
                </a:path>
              </a:pathLst>
            </a:custGeom>
            <a:noFill/>
            <a:ln w="500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CustomShape 67"/>
            <p:cNvSpPr/>
            <p:nvPr/>
          </p:nvSpPr>
          <p:spPr>
            <a:xfrm>
              <a:off x="2851200" y="1321920"/>
              <a:ext cx="164520" cy="442440"/>
            </a:xfrm>
            <a:custGeom>
              <a:avLst/>
              <a:gdLst/>
              <a:ahLst/>
              <a:rect l="l" t="t" r="r" b="b"/>
              <a:pathLst>
                <a:path w="165100" h="443230">
                  <a:moveTo>
                    <a:pt x="115569" y="439419"/>
                  </a:moveTo>
                  <a:lnTo>
                    <a:pt x="165100" y="392429"/>
                  </a:lnTo>
                  <a:moveTo>
                    <a:pt x="78739" y="0"/>
                  </a:moveTo>
                  <a:lnTo>
                    <a:pt x="165100" y="398779"/>
                  </a:lnTo>
                  <a:moveTo>
                    <a:pt x="0" y="443229"/>
                  </a:moveTo>
                  <a:lnTo>
                    <a:pt x="106680" y="443229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4" name="CustomShape 68"/>
            <p:cNvSpPr/>
            <p:nvPr/>
          </p:nvSpPr>
          <p:spPr>
            <a:xfrm>
              <a:off x="2903040" y="1286640"/>
              <a:ext cx="38520" cy="45000"/>
            </a:xfrm>
            <a:custGeom>
              <a:avLst/>
              <a:gdLst/>
              <a:ahLst/>
              <a:rect l="l" t="t" r="r" b="b"/>
              <a:pathLst>
                <a:path w="39369" h="45719">
                  <a:moveTo>
                    <a:pt x="19050" y="0"/>
                  </a:moveTo>
                  <a:lnTo>
                    <a:pt x="11787" y="1607"/>
                  </a:lnTo>
                  <a:lnTo>
                    <a:pt x="5714" y="6191"/>
                  </a:lnTo>
                  <a:lnTo>
                    <a:pt x="1547" y="13394"/>
                  </a:lnTo>
                  <a:lnTo>
                    <a:pt x="0" y="22860"/>
                  </a:lnTo>
                  <a:lnTo>
                    <a:pt x="1547" y="31789"/>
                  </a:lnTo>
                  <a:lnTo>
                    <a:pt x="5714" y="39052"/>
                  </a:lnTo>
                  <a:lnTo>
                    <a:pt x="11787" y="43934"/>
                  </a:lnTo>
                  <a:lnTo>
                    <a:pt x="19050" y="45719"/>
                  </a:lnTo>
                  <a:lnTo>
                    <a:pt x="27047" y="43934"/>
                  </a:lnTo>
                  <a:lnTo>
                    <a:pt x="33496" y="39052"/>
                  </a:lnTo>
                  <a:lnTo>
                    <a:pt x="37802" y="31789"/>
                  </a:lnTo>
                  <a:lnTo>
                    <a:pt x="39369" y="22860"/>
                  </a:lnTo>
                  <a:lnTo>
                    <a:pt x="37802" y="13394"/>
                  </a:lnTo>
                  <a:lnTo>
                    <a:pt x="33496" y="6191"/>
                  </a:lnTo>
                  <a:lnTo>
                    <a:pt x="27047" y="160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CustomShape 69"/>
            <p:cNvSpPr/>
            <p:nvPr/>
          </p:nvSpPr>
          <p:spPr>
            <a:xfrm>
              <a:off x="2903040" y="1286640"/>
              <a:ext cx="39960" cy="45000"/>
            </a:xfrm>
            <a:custGeom>
              <a:avLst/>
              <a:gdLst/>
              <a:ahLst/>
              <a:rect l="l" t="t" r="r" b="b"/>
              <a:pathLst>
                <a:path w="40639" h="45719">
                  <a:moveTo>
                    <a:pt x="19050" y="0"/>
                  </a:moveTo>
                  <a:lnTo>
                    <a:pt x="27047" y="1607"/>
                  </a:lnTo>
                  <a:lnTo>
                    <a:pt x="33496" y="6191"/>
                  </a:lnTo>
                  <a:lnTo>
                    <a:pt x="37802" y="13394"/>
                  </a:lnTo>
                  <a:lnTo>
                    <a:pt x="39369" y="22860"/>
                  </a:lnTo>
                  <a:lnTo>
                    <a:pt x="37802" y="31789"/>
                  </a:lnTo>
                  <a:lnTo>
                    <a:pt x="33496" y="39052"/>
                  </a:lnTo>
                  <a:lnTo>
                    <a:pt x="27047" y="43934"/>
                  </a:lnTo>
                  <a:lnTo>
                    <a:pt x="19050" y="45719"/>
                  </a:lnTo>
                  <a:lnTo>
                    <a:pt x="11787" y="43934"/>
                  </a:lnTo>
                  <a:lnTo>
                    <a:pt x="5714" y="39052"/>
                  </a:lnTo>
                  <a:lnTo>
                    <a:pt x="1547" y="31789"/>
                  </a:lnTo>
                  <a:lnTo>
                    <a:pt x="0" y="22860"/>
                  </a:lnTo>
                  <a:lnTo>
                    <a:pt x="1547" y="13394"/>
                  </a:lnTo>
                  <a:lnTo>
                    <a:pt x="5714" y="6191"/>
                  </a:lnTo>
                  <a:lnTo>
                    <a:pt x="11787" y="1607"/>
                  </a:lnTo>
                  <a:lnTo>
                    <a:pt x="1905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40640" y="45719"/>
                  </a:moveTo>
                  <a:lnTo>
                    <a:pt x="40640" y="4571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CustomShape 70"/>
            <p:cNvSpPr/>
            <p:nvPr/>
          </p:nvSpPr>
          <p:spPr>
            <a:xfrm>
              <a:off x="2973240" y="702360"/>
              <a:ext cx="719280" cy="977040"/>
            </a:xfrm>
            <a:custGeom>
              <a:avLst/>
              <a:gdLst/>
              <a:ahLst/>
              <a:rect l="l" t="t" r="r" b="b"/>
              <a:pathLst>
                <a:path w="720089" h="977900">
                  <a:moveTo>
                    <a:pt x="551180" y="287019"/>
                  </a:moveTo>
                  <a:lnTo>
                    <a:pt x="611934" y="324130"/>
                  </a:lnTo>
                  <a:lnTo>
                    <a:pt x="638433" y="353530"/>
                  </a:lnTo>
                  <a:lnTo>
                    <a:pt x="661859" y="389170"/>
                  </a:lnTo>
                  <a:lnTo>
                    <a:pt x="681847" y="430308"/>
                  </a:lnTo>
                  <a:lnTo>
                    <a:pt x="698029" y="476202"/>
                  </a:lnTo>
                  <a:lnTo>
                    <a:pt x="710041" y="526111"/>
                  </a:lnTo>
                  <a:lnTo>
                    <a:pt x="717516" y="579290"/>
                  </a:lnTo>
                  <a:lnTo>
                    <a:pt x="720090" y="635000"/>
                  </a:lnTo>
                  <a:lnTo>
                    <a:pt x="717185" y="693903"/>
                  </a:lnTo>
                  <a:lnTo>
                    <a:pt x="708759" y="749994"/>
                  </a:lnTo>
                  <a:lnTo>
                    <a:pt x="695243" y="802364"/>
                  </a:lnTo>
                  <a:lnTo>
                    <a:pt x="677068" y="850106"/>
                  </a:lnTo>
                  <a:lnTo>
                    <a:pt x="654667" y="892311"/>
                  </a:lnTo>
                  <a:lnTo>
                    <a:pt x="628471" y="928072"/>
                  </a:lnTo>
                  <a:lnTo>
                    <a:pt x="598911" y="956481"/>
                  </a:lnTo>
                  <a:lnTo>
                    <a:pt x="566419" y="976629"/>
                  </a:lnTo>
                  <a:moveTo>
                    <a:pt x="511809" y="287019"/>
                  </a:moveTo>
                  <a:lnTo>
                    <a:pt x="511809" y="287019"/>
                  </a:lnTo>
                  <a:moveTo>
                    <a:pt x="720090" y="977900"/>
                  </a:moveTo>
                  <a:lnTo>
                    <a:pt x="720090" y="977900"/>
                  </a:lnTo>
                  <a:moveTo>
                    <a:pt x="485140" y="331469"/>
                  </a:moveTo>
                  <a:lnTo>
                    <a:pt x="519011" y="349131"/>
                  </a:lnTo>
                  <a:lnTo>
                    <a:pt x="549439" y="377278"/>
                  </a:lnTo>
                  <a:lnTo>
                    <a:pt x="575780" y="414579"/>
                  </a:lnTo>
                  <a:lnTo>
                    <a:pt x="597388" y="459699"/>
                  </a:lnTo>
                  <a:lnTo>
                    <a:pt x="613621" y="511306"/>
                  </a:lnTo>
                  <a:lnTo>
                    <a:pt x="623832" y="568067"/>
                  </a:lnTo>
                  <a:lnTo>
                    <a:pt x="627380" y="628650"/>
                  </a:lnTo>
                  <a:lnTo>
                    <a:pt x="626974" y="642578"/>
                  </a:lnTo>
                  <a:lnTo>
                    <a:pt x="625773" y="643726"/>
                  </a:lnTo>
                  <a:lnTo>
                    <a:pt x="623800" y="633426"/>
                  </a:lnTo>
                  <a:lnTo>
                    <a:pt x="621080" y="613013"/>
                  </a:lnTo>
                  <a:lnTo>
                    <a:pt x="617636" y="583822"/>
                  </a:lnTo>
                  <a:lnTo>
                    <a:pt x="613492" y="547188"/>
                  </a:lnTo>
                  <a:lnTo>
                    <a:pt x="608672" y="504444"/>
                  </a:lnTo>
                  <a:lnTo>
                    <a:pt x="603199" y="456925"/>
                  </a:lnTo>
                  <a:lnTo>
                    <a:pt x="597097" y="405966"/>
                  </a:lnTo>
                  <a:lnTo>
                    <a:pt x="590391" y="352901"/>
                  </a:lnTo>
                  <a:lnTo>
                    <a:pt x="583103" y="299064"/>
                  </a:lnTo>
                  <a:lnTo>
                    <a:pt x="575259" y="245790"/>
                  </a:lnTo>
                  <a:lnTo>
                    <a:pt x="566881" y="194414"/>
                  </a:lnTo>
                  <a:lnTo>
                    <a:pt x="557993" y="146269"/>
                  </a:lnTo>
                  <a:lnTo>
                    <a:pt x="548620" y="102691"/>
                  </a:lnTo>
                  <a:lnTo>
                    <a:pt x="538784" y="65013"/>
                  </a:lnTo>
                  <a:lnTo>
                    <a:pt x="517823" y="12698"/>
                  </a:lnTo>
                  <a:lnTo>
                    <a:pt x="506745" y="730"/>
                  </a:lnTo>
                  <a:lnTo>
                    <a:pt x="495300" y="0"/>
                  </a:lnTo>
                  <a:moveTo>
                    <a:pt x="449580" y="331469"/>
                  </a:moveTo>
                  <a:lnTo>
                    <a:pt x="449580" y="331469"/>
                  </a:lnTo>
                  <a:moveTo>
                    <a:pt x="627380" y="923289"/>
                  </a:moveTo>
                  <a:lnTo>
                    <a:pt x="627380" y="923289"/>
                  </a:lnTo>
                  <a:moveTo>
                    <a:pt x="405130" y="383539"/>
                  </a:moveTo>
                  <a:lnTo>
                    <a:pt x="442442" y="401549"/>
                  </a:lnTo>
                  <a:lnTo>
                    <a:pt x="475027" y="431517"/>
                  </a:lnTo>
                  <a:lnTo>
                    <a:pt x="501967" y="471646"/>
                  </a:lnTo>
                  <a:lnTo>
                    <a:pt x="522346" y="520135"/>
                  </a:lnTo>
                  <a:lnTo>
                    <a:pt x="535246" y="575186"/>
                  </a:lnTo>
                  <a:lnTo>
                    <a:pt x="539750" y="635000"/>
                  </a:lnTo>
                  <a:lnTo>
                    <a:pt x="539241" y="647486"/>
                  </a:lnTo>
                  <a:lnTo>
                    <a:pt x="531870" y="604671"/>
                  </a:lnTo>
                  <a:lnTo>
                    <a:pt x="522413" y="527521"/>
                  </a:lnTo>
                  <a:lnTo>
                    <a:pt x="516418" y="479849"/>
                  </a:lnTo>
                  <a:lnTo>
                    <a:pt x="509623" y="428551"/>
                  </a:lnTo>
                  <a:lnTo>
                    <a:pt x="502061" y="375455"/>
                  </a:lnTo>
                  <a:lnTo>
                    <a:pt x="493763" y="322390"/>
                  </a:lnTo>
                  <a:lnTo>
                    <a:pt x="484762" y="271185"/>
                  </a:lnTo>
                  <a:lnTo>
                    <a:pt x="475092" y="223668"/>
                  </a:lnTo>
                  <a:lnTo>
                    <a:pt x="464784" y="181668"/>
                  </a:lnTo>
                  <a:lnTo>
                    <a:pt x="442386" y="121534"/>
                  </a:lnTo>
                  <a:lnTo>
                    <a:pt x="430361" y="107056"/>
                  </a:lnTo>
                  <a:lnTo>
                    <a:pt x="417830" y="105410"/>
                  </a:lnTo>
                  <a:moveTo>
                    <a:pt x="374650" y="383539"/>
                  </a:moveTo>
                  <a:lnTo>
                    <a:pt x="374650" y="383539"/>
                  </a:lnTo>
                  <a:moveTo>
                    <a:pt x="539750" y="882650"/>
                  </a:moveTo>
                  <a:lnTo>
                    <a:pt x="539750" y="882650"/>
                  </a:lnTo>
                  <a:moveTo>
                    <a:pt x="320040" y="417829"/>
                  </a:moveTo>
                  <a:lnTo>
                    <a:pt x="358610" y="435033"/>
                  </a:lnTo>
                  <a:lnTo>
                    <a:pt x="392382" y="462750"/>
                  </a:lnTo>
                  <a:lnTo>
                    <a:pt x="420369" y="499427"/>
                  </a:lnTo>
                  <a:lnTo>
                    <a:pt x="441583" y="543512"/>
                  </a:lnTo>
                  <a:lnTo>
                    <a:pt x="455036" y="593454"/>
                  </a:lnTo>
                  <a:lnTo>
                    <a:pt x="459740" y="647700"/>
                  </a:lnTo>
                  <a:lnTo>
                    <a:pt x="459122" y="659525"/>
                  </a:lnTo>
                  <a:lnTo>
                    <a:pt x="457301" y="656336"/>
                  </a:lnTo>
                  <a:lnTo>
                    <a:pt x="454323" y="640148"/>
                  </a:lnTo>
                  <a:lnTo>
                    <a:pt x="450234" y="612973"/>
                  </a:lnTo>
                  <a:lnTo>
                    <a:pt x="445081" y="576823"/>
                  </a:lnTo>
                  <a:lnTo>
                    <a:pt x="438911" y="533712"/>
                  </a:lnTo>
                  <a:lnTo>
                    <a:pt x="431769" y="485652"/>
                  </a:lnTo>
                  <a:lnTo>
                    <a:pt x="423703" y="434657"/>
                  </a:lnTo>
                  <a:lnTo>
                    <a:pt x="414759" y="382739"/>
                  </a:lnTo>
                  <a:lnTo>
                    <a:pt x="404983" y="331911"/>
                  </a:lnTo>
                  <a:lnTo>
                    <a:pt x="394422" y="284186"/>
                  </a:lnTo>
                  <a:lnTo>
                    <a:pt x="383123" y="241577"/>
                  </a:lnTo>
                  <a:lnTo>
                    <a:pt x="358494" y="179759"/>
                  </a:lnTo>
                  <a:lnTo>
                    <a:pt x="345258" y="164576"/>
                  </a:lnTo>
                  <a:lnTo>
                    <a:pt x="331469" y="162560"/>
                  </a:lnTo>
                  <a:moveTo>
                    <a:pt x="285750" y="417829"/>
                  </a:moveTo>
                  <a:lnTo>
                    <a:pt x="285750" y="417829"/>
                  </a:lnTo>
                  <a:moveTo>
                    <a:pt x="459740" y="875029"/>
                  </a:moveTo>
                  <a:lnTo>
                    <a:pt x="459740" y="875029"/>
                  </a:lnTo>
                  <a:moveTo>
                    <a:pt x="262890" y="447039"/>
                  </a:moveTo>
                  <a:lnTo>
                    <a:pt x="302879" y="465074"/>
                  </a:lnTo>
                  <a:lnTo>
                    <a:pt x="336529" y="496214"/>
                  </a:lnTo>
                  <a:lnTo>
                    <a:pt x="362376" y="538022"/>
                  </a:lnTo>
                  <a:lnTo>
                    <a:pt x="378957" y="588060"/>
                  </a:lnTo>
                  <a:lnTo>
                    <a:pt x="384809" y="643889"/>
                  </a:lnTo>
                  <a:lnTo>
                    <a:pt x="384100" y="654406"/>
                  </a:lnTo>
                  <a:lnTo>
                    <a:pt x="382014" y="648477"/>
                  </a:lnTo>
                  <a:lnTo>
                    <a:pt x="378611" y="628669"/>
                  </a:lnTo>
                  <a:lnTo>
                    <a:pt x="373953" y="597547"/>
                  </a:lnTo>
                  <a:lnTo>
                    <a:pt x="368101" y="557679"/>
                  </a:lnTo>
                  <a:lnTo>
                    <a:pt x="361116" y="511628"/>
                  </a:lnTo>
                  <a:lnTo>
                    <a:pt x="353060" y="461962"/>
                  </a:lnTo>
                  <a:lnTo>
                    <a:pt x="343992" y="411246"/>
                  </a:lnTo>
                  <a:lnTo>
                    <a:pt x="333974" y="362047"/>
                  </a:lnTo>
                  <a:lnTo>
                    <a:pt x="323068" y="316929"/>
                  </a:lnTo>
                  <a:lnTo>
                    <a:pt x="311335" y="278460"/>
                  </a:lnTo>
                  <a:lnTo>
                    <a:pt x="285629" y="231729"/>
                  </a:lnTo>
                  <a:lnTo>
                    <a:pt x="271780" y="228600"/>
                  </a:lnTo>
                  <a:moveTo>
                    <a:pt x="234950" y="447039"/>
                  </a:moveTo>
                  <a:lnTo>
                    <a:pt x="234950" y="447039"/>
                  </a:lnTo>
                  <a:moveTo>
                    <a:pt x="384809" y="839469"/>
                  </a:moveTo>
                  <a:lnTo>
                    <a:pt x="384809" y="839469"/>
                  </a:lnTo>
                  <a:moveTo>
                    <a:pt x="196850" y="483869"/>
                  </a:moveTo>
                  <a:lnTo>
                    <a:pt x="233964" y="499089"/>
                  </a:lnTo>
                  <a:lnTo>
                    <a:pt x="265165" y="525160"/>
                  </a:lnTo>
                  <a:lnTo>
                    <a:pt x="289112" y="560130"/>
                  </a:lnTo>
                  <a:lnTo>
                    <a:pt x="304464" y="602051"/>
                  </a:lnTo>
                  <a:lnTo>
                    <a:pt x="309880" y="648969"/>
                  </a:lnTo>
                  <a:lnTo>
                    <a:pt x="302200" y="703103"/>
                  </a:lnTo>
                  <a:lnTo>
                    <a:pt x="280828" y="750570"/>
                  </a:lnTo>
                  <a:lnTo>
                    <a:pt x="248265" y="787558"/>
                  </a:lnTo>
                  <a:lnTo>
                    <a:pt x="207010" y="810260"/>
                  </a:lnTo>
                  <a:moveTo>
                    <a:pt x="171450" y="483869"/>
                  </a:moveTo>
                  <a:lnTo>
                    <a:pt x="171450" y="483869"/>
                  </a:lnTo>
                  <a:moveTo>
                    <a:pt x="309880" y="810260"/>
                  </a:moveTo>
                  <a:lnTo>
                    <a:pt x="309880" y="810260"/>
                  </a:lnTo>
                  <a:moveTo>
                    <a:pt x="142240" y="513079"/>
                  </a:moveTo>
                  <a:lnTo>
                    <a:pt x="182760" y="531018"/>
                  </a:lnTo>
                  <a:lnTo>
                    <a:pt x="214947" y="563245"/>
                  </a:lnTo>
                  <a:lnTo>
                    <a:pt x="236180" y="605948"/>
                  </a:lnTo>
                  <a:lnTo>
                    <a:pt x="243840" y="655319"/>
                  </a:lnTo>
                  <a:lnTo>
                    <a:pt x="236835" y="702885"/>
                  </a:lnTo>
                  <a:lnTo>
                    <a:pt x="217328" y="744378"/>
                  </a:lnTo>
                  <a:lnTo>
                    <a:pt x="187582" y="776585"/>
                  </a:lnTo>
                  <a:lnTo>
                    <a:pt x="149860" y="796289"/>
                  </a:lnTo>
                  <a:moveTo>
                    <a:pt x="119380" y="513079"/>
                  </a:moveTo>
                  <a:lnTo>
                    <a:pt x="119380" y="513079"/>
                  </a:lnTo>
                  <a:moveTo>
                    <a:pt x="243840" y="796289"/>
                  </a:moveTo>
                  <a:lnTo>
                    <a:pt x="243840" y="796289"/>
                  </a:lnTo>
                  <a:moveTo>
                    <a:pt x="83819" y="533400"/>
                  </a:moveTo>
                  <a:lnTo>
                    <a:pt x="117475" y="548322"/>
                  </a:lnTo>
                  <a:lnTo>
                    <a:pt x="144462" y="575627"/>
                  </a:lnTo>
                  <a:lnTo>
                    <a:pt x="162401" y="611981"/>
                  </a:lnTo>
                  <a:lnTo>
                    <a:pt x="168910" y="654050"/>
                  </a:lnTo>
                  <a:lnTo>
                    <a:pt x="163016" y="695027"/>
                  </a:lnTo>
                  <a:lnTo>
                    <a:pt x="146526" y="730408"/>
                  </a:lnTo>
                  <a:lnTo>
                    <a:pt x="121225" y="757455"/>
                  </a:lnTo>
                  <a:lnTo>
                    <a:pt x="88900" y="773429"/>
                  </a:lnTo>
                  <a:moveTo>
                    <a:pt x="63500" y="533400"/>
                  </a:moveTo>
                  <a:lnTo>
                    <a:pt x="63500" y="533400"/>
                  </a:lnTo>
                  <a:moveTo>
                    <a:pt x="168910" y="774700"/>
                  </a:moveTo>
                  <a:lnTo>
                    <a:pt x="168910" y="774700"/>
                  </a:lnTo>
                  <a:moveTo>
                    <a:pt x="34290" y="566419"/>
                  </a:moveTo>
                  <a:lnTo>
                    <a:pt x="63281" y="577711"/>
                  </a:lnTo>
                  <a:lnTo>
                    <a:pt x="86201" y="598646"/>
                  </a:lnTo>
                  <a:lnTo>
                    <a:pt x="101262" y="626963"/>
                  </a:lnTo>
                  <a:lnTo>
                    <a:pt x="106680" y="660400"/>
                  </a:lnTo>
                  <a:lnTo>
                    <a:pt x="105091" y="662021"/>
                  </a:lnTo>
                  <a:lnTo>
                    <a:pt x="100504" y="637451"/>
                  </a:lnTo>
                  <a:lnTo>
                    <a:pt x="93183" y="596418"/>
                  </a:lnTo>
                  <a:lnTo>
                    <a:pt x="83397" y="548654"/>
                  </a:lnTo>
                  <a:lnTo>
                    <a:pt x="71412" y="503890"/>
                  </a:lnTo>
                  <a:lnTo>
                    <a:pt x="57494" y="471854"/>
                  </a:lnTo>
                  <a:lnTo>
                    <a:pt x="41910" y="462279"/>
                  </a:lnTo>
                  <a:moveTo>
                    <a:pt x="17780" y="566419"/>
                  </a:moveTo>
                  <a:lnTo>
                    <a:pt x="17780" y="566419"/>
                  </a:lnTo>
                  <a:moveTo>
                    <a:pt x="106680" y="751839"/>
                  </a:moveTo>
                  <a:lnTo>
                    <a:pt x="106680" y="751839"/>
                  </a:lnTo>
                  <a:moveTo>
                    <a:pt x="7619" y="595629"/>
                  </a:moveTo>
                  <a:lnTo>
                    <a:pt x="24348" y="603865"/>
                  </a:lnTo>
                  <a:lnTo>
                    <a:pt x="37623" y="619601"/>
                  </a:lnTo>
                  <a:lnTo>
                    <a:pt x="46374" y="640814"/>
                  </a:lnTo>
                  <a:lnTo>
                    <a:pt x="49530" y="665479"/>
                  </a:lnTo>
                  <a:lnTo>
                    <a:pt x="46612" y="689074"/>
                  </a:lnTo>
                  <a:lnTo>
                    <a:pt x="38576" y="709453"/>
                  </a:lnTo>
                  <a:lnTo>
                    <a:pt x="26491" y="725308"/>
                  </a:lnTo>
                  <a:lnTo>
                    <a:pt x="11430" y="735329"/>
                  </a:lnTo>
                  <a:moveTo>
                    <a:pt x="0" y="595629"/>
                  </a:moveTo>
                  <a:lnTo>
                    <a:pt x="0" y="595629"/>
                  </a:lnTo>
                  <a:moveTo>
                    <a:pt x="49530" y="735329"/>
                  </a:moveTo>
                  <a:lnTo>
                    <a:pt x="49530" y="735329"/>
                  </a:lnTo>
                </a:path>
              </a:pathLst>
            </a:custGeom>
            <a:noFill/>
            <a:ln w="468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7" name="Group 71"/>
          <p:cNvGrpSpPr/>
          <p:nvPr/>
        </p:nvGrpSpPr>
        <p:grpSpPr>
          <a:xfrm>
            <a:off x="1682640" y="4789080"/>
            <a:ext cx="2056680" cy="991080"/>
            <a:chOff x="1682640" y="4789080"/>
            <a:chExt cx="2056680" cy="991080"/>
          </a:xfrm>
        </p:grpSpPr>
        <p:sp>
          <p:nvSpPr>
            <p:cNvPr id="498" name="CustomShape 72"/>
            <p:cNvSpPr/>
            <p:nvPr/>
          </p:nvSpPr>
          <p:spPr>
            <a:xfrm>
              <a:off x="1682640" y="47890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892300" y="0"/>
                  </a:moveTo>
                  <a:lnTo>
                    <a:pt x="163830" y="0"/>
                  </a:lnTo>
                  <a:lnTo>
                    <a:pt x="123472" y="6496"/>
                  </a:lnTo>
                  <a:lnTo>
                    <a:pt x="85231" y="24459"/>
                  </a:lnTo>
                  <a:lnTo>
                    <a:pt x="51434" y="51593"/>
                  </a:lnTo>
                  <a:lnTo>
                    <a:pt x="24412" y="85607"/>
                  </a:lnTo>
                  <a:lnTo>
                    <a:pt x="6491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1" y="866486"/>
                  </a:lnTo>
                  <a:lnTo>
                    <a:pt x="24412" y="905321"/>
                  </a:lnTo>
                  <a:lnTo>
                    <a:pt x="51435" y="939641"/>
                  </a:lnTo>
                  <a:lnTo>
                    <a:pt x="85231" y="967081"/>
                  </a:lnTo>
                  <a:lnTo>
                    <a:pt x="123472" y="985278"/>
                  </a:lnTo>
                  <a:lnTo>
                    <a:pt x="16383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CustomShape 73"/>
            <p:cNvSpPr/>
            <p:nvPr/>
          </p:nvSpPr>
          <p:spPr>
            <a:xfrm>
              <a:off x="1682640" y="47890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63830" y="0"/>
                  </a:moveTo>
                  <a:lnTo>
                    <a:pt x="123472" y="6496"/>
                  </a:lnTo>
                  <a:lnTo>
                    <a:pt x="85231" y="24459"/>
                  </a:lnTo>
                  <a:lnTo>
                    <a:pt x="51434" y="51593"/>
                  </a:lnTo>
                  <a:lnTo>
                    <a:pt x="24412" y="85607"/>
                  </a:lnTo>
                  <a:lnTo>
                    <a:pt x="6491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1" y="866486"/>
                  </a:lnTo>
                  <a:lnTo>
                    <a:pt x="24412" y="905321"/>
                  </a:lnTo>
                  <a:lnTo>
                    <a:pt x="51434" y="939641"/>
                  </a:lnTo>
                  <a:lnTo>
                    <a:pt x="85231" y="967081"/>
                  </a:lnTo>
                  <a:lnTo>
                    <a:pt x="123472" y="985278"/>
                  </a:lnTo>
                  <a:lnTo>
                    <a:pt x="16383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lnTo>
                    <a:pt x="1638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991869"/>
                  </a:moveTo>
                  <a:lnTo>
                    <a:pt x="2057400" y="99186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CustomShape 74"/>
            <p:cNvSpPr/>
            <p:nvPr/>
          </p:nvSpPr>
          <p:spPr>
            <a:xfrm>
              <a:off x="2674440" y="494280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01" name="Group 75"/>
          <p:cNvGrpSpPr/>
          <p:nvPr/>
        </p:nvGrpSpPr>
        <p:grpSpPr>
          <a:xfrm>
            <a:off x="1682640" y="2579400"/>
            <a:ext cx="2056680" cy="1675800"/>
            <a:chOff x="1682640" y="2579400"/>
            <a:chExt cx="2056680" cy="1675800"/>
          </a:xfrm>
        </p:grpSpPr>
        <p:sp>
          <p:nvSpPr>
            <p:cNvPr id="502" name="CustomShape 76"/>
            <p:cNvSpPr/>
            <p:nvPr/>
          </p:nvSpPr>
          <p:spPr>
            <a:xfrm>
              <a:off x="1682640" y="2579400"/>
              <a:ext cx="2056680" cy="1675800"/>
            </a:xfrm>
            <a:custGeom>
              <a:avLst/>
              <a:gdLst/>
              <a:ahLst/>
              <a:rect l="l" t="t" r="r" b="b"/>
              <a:pathLst>
                <a:path w="2057400" h="1676400">
                  <a:moveTo>
                    <a:pt x="1778000" y="0"/>
                  </a:moveTo>
                  <a:lnTo>
                    <a:pt x="279400" y="0"/>
                  </a:lnTo>
                  <a:lnTo>
                    <a:pt x="233024" y="4982"/>
                  </a:lnTo>
                  <a:lnTo>
                    <a:pt x="187799" y="19163"/>
                  </a:lnTo>
                  <a:lnTo>
                    <a:pt x="144874" y="41392"/>
                  </a:lnTo>
                  <a:lnTo>
                    <a:pt x="105397" y="70520"/>
                  </a:lnTo>
                  <a:lnTo>
                    <a:pt x="70520" y="105397"/>
                  </a:lnTo>
                  <a:lnTo>
                    <a:pt x="41392" y="144874"/>
                  </a:lnTo>
                  <a:lnTo>
                    <a:pt x="19163" y="187799"/>
                  </a:lnTo>
                  <a:lnTo>
                    <a:pt x="4982" y="233024"/>
                  </a:lnTo>
                  <a:lnTo>
                    <a:pt x="0" y="279400"/>
                  </a:lnTo>
                  <a:lnTo>
                    <a:pt x="0" y="1396999"/>
                  </a:lnTo>
                  <a:lnTo>
                    <a:pt x="4982" y="1443375"/>
                  </a:lnTo>
                  <a:lnTo>
                    <a:pt x="19163" y="1488600"/>
                  </a:lnTo>
                  <a:lnTo>
                    <a:pt x="41392" y="1531525"/>
                  </a:lnTo>
                  <a:lnTo>
                    <a:pt x="70520" y="1571002"/>
                  </a:lnTo>
                  <a:lnTo>
                    <a:pt x="105397" y="1605879"/>
                  </a:lnTo>
                  <a:lnTo>
                    <a:pt x="144874" y="1635007"/>
                  </a:lnTo>
                  <a:lnTo>
                    <a:pt x="187799" y="1657236"/>
                  </a:lnTo>
                  <a:lnTo>
                    <a:pt x="233024" y="1671417"/>
                  </a:lnTo>
                  <a:lnTo>
                    <a:pt x="279400" y="1676399"/>
                  </a:lnTo>
                  <a:lnTo>
                    <a:pt x="1778000" y="1676399"/>
                  </a:lnTo>
                  <a:lnTo>
                    <a:pt x="1824375" y="1671417"/>
                  </a:lnTo>
                  <a:lnTo>
                    <a:pt x="1869600" y="1657236"/>
                  </a:lnTo>
                  <a:lnTo>
                    <a:pt x="1912525" y="1635007"/>
                  </a:lnTo>
                  <a:lnTo>
                    <a:pt x="1952002" y="1605879"/>
                  </a:lnTo>
                  <a:lnTo>
                    <a:pt x="1986879" y="1571002"/>
                  </a:lnTo>
                  <a:lnTo>
                    <a:pt x="2016007" y="1531525"/>
                  </a:lnTo>
                  <a:lnTo>
                    <a:pt x="2038236" y="1488600"/>
                  </a:lnTo>
                  <a:lnTo>
                    <a:pt x="2052417" y="1443375"/>
                  </a:lnTo>
                  <a:lnTo>
                    <a:pt x="2057400" y="1396999"/>
                  </a:lnTo>
                  <a:lnTo>
                    <a:pt x="2057400" y="279400"/>
                  </a:lnTo>
                  <a:lnTo>
                    <a:pt x="2052417" y="233024"/>
                  </a:lnTo>
                  <a:lnTo>
                    <a:pt x="2038236" y="187799"/>
                  </a:lnTo>
                  <a:lnTo>
                    <a:pt x="2016007" y="144874"/>
                  </a:lnTo>
                  <a:lnTo>
                    <a:pt x="1986879" y="105397"/>
                  </a:lnTo>
                  <a:lnTo>
                    <a:pt x="1952002" y="70520"/>
                  </a:lnTo>
                  <a:lnTo>
                    <a:pt x="1912525" y="41392"/>
                  </a:lnTo>
                  <a:lnTo>
                    <a:pt x="1869600" y="19163"/>
                  </a:lnTo>
                  <a:lnTo>
                    <a:pt x="1824375" y="4982"/>
                  </a:lnTo>
                  <a:lnTo>
                    <a:pt x="17780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CustomShape 77"/>
            <p:cNvSpPr/>
            <p:nvPr/>
          </p:nvSpPr>
          <p:spPr>
            <a:xfrm>
              <a:off x="1682640" y="2579400"/>
              <a:ext cx="2056680" cy="1675800"/>
            </a:xfrm>
            <a:custGeom>
              <a:avLst/>
              <a:gdLst/>
              <a:ahLst/>
              <a:rect l="l" t="t" r="r" b="b"/>
              <a:pathLst>
                <a:path w="2057400" h="1676400">
                  <a:moveTo>
                    <a:pt x="279400" y="0"/>
                  </a:moveTo>
                  <a:lnTo>
                    <a:pt x="233024" y="4982"/>
                  </a:lnTo>
                  <a:lnTo>
                    <a:pt x="187799" y="19163"/>
                  </a:lnTo>
                  <a:lnTo>
                    <a:pt x="144874" y="41392"/>
                  </a:lnTo>
                  <a:lnTo>
                    <a:pt x="105397" y="70520"/>
                  </a:lnTo>
                  <a:lnTo>
                    <a:pt x="70520" y="105397"/>
                  </a:lnTo>
                  <a:lnTo>
                    <a:pt x="41392" y="144874"/>
                  </a:lnTo>
                  <a:lnTo>
                    <a:pt x="19163" y="187799"/>
                  </a:lnTo>
                  <a:lnTo>
                    <a:pt x="4982" y="233024"/>
                  </a:lnTo>
                  <a:lnTo>
                    <a:pt x="0" y="279400"/>
                  </a:lnTo>
                  <a:lnTo>
                    <a:pt x="0" y="1396999"/>
                  </a:lnTo>
                  <a:lnTo>
                    <a:pt x="4982" y="1443375"/>
                  </a:lnTo>
                  <a:lnTo>
                    <a:pt x="19163" y="1488600"/>
                  </a:lnTo>
                  <a:lnTo>
                    <a:pt x="41392" y="1531525"/>
                  </a:lnTo>
                  <a:lnTo>
                    <a:pt x="70520" y="1571002"/>
                  </a:lnTo>
                  <a:lnTo>
                    <a:pt x="105397" y="1605879"/>
                  </a:lnTo>
                  <a:lnTo>
                    <a:pt x="144874" y="1635007"/>
                  </a:lnTo>
                  <a:lnTo>
                    <a:pt x="187799" y="1657236"/>
                  </a:lnTo>
                  <a:lnTo>
                    <a:pt x="233024" y="1671417"/>
                  </a:lnTo>
                  <a:lnTo>
                    <a:pt x="279400" y="1676399"/>
                  </a:lnTo>
                  <a:lnTo>
                    <a:pt x="1778000" y="1676399"/>
                  </a:lnTo>
                  <a:lnTo>
                    <a:pt x="1824375" y="1671417"/>
                  </a:lnTo>
                  <a:lnTo>
                    <a:pt x="1869600" y="1657236"/>
                  </a:lnTo>
                  <a:lnTo>
                    <a:pt x="1912525" y="1635007"/>
                  </a:lnTo>
                  <a:lnTo>
                    <a:pt x="1952002" y="1605879"/>
                  </a:lnTo>
                  <a:lnTo>
                    <a:pt x="1986879" y="1571002"/>
                  </a:lnTo>
                  <a:lnTo>
                    <a:pt x="2016007" y="1531525"/>
                  </a:lnTo>
                  <a:lnTo>
                    <a:pt x="2038236" y="1488600"/>
                  </a:lnTo>
                  <a:lnTo>
                    <a:pt x="2052417" y="1443375"/>
                  </a:lnTo>
                  <a:lnTo>
                    <a:pt x="2057400" y="1396999"/>
                  </a:lnTo>
                  <a:lnTo>
                    <a:pt x="2057400" y="279400"/>
                  </a:lnTo>
                  <a:lnTo>
                    <a:pt x="2052417" y="233024"/>
                  </a:lnTo>
                  <a:lnTo>
                    <a:pt x="2038236" y="187799"/>
                  </a:lnTo>
                  <a:lnTo>
                    <a:pt x="2016007" y="144874"/>
                  </a:lnTo>
                  <a:lnTo>
                    <a:pt x="1986879" y="105397"/>
                  </a:lnTo>
                  <a:lnTo>
                    <a:pt x="1952002" y="70520"/>
                  </a:lnTo>
                  <a:lnTo>
                    <a:pt x="1912525" y="41392"/>
                  </a:lnTo>
                  <a:lnTo>
                    <a:pt x="1869600" y="19163"/>
                  </a:lnTo>
                  <a:lnTo>
                    <a:pt x="1824375" y="4982"/>
                  </a:lnTo>
                  <a:lnTo>
                    <a:pt x="1778000" y="0"/>
                  </a:lnTo>
                  <a:lnTo>
                    <a:pt x="2794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1676399"/>
                  </a:moveTo>
                  <a:lnTo>
                    <a:pt x="2057400" y="167639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CustomShape 78"/>
            <p:cNvSpPr/>
            <p:nvPr/>
          </p:nvSpPr>
          <p:spPr>
            <a:xfrm>
              <a:off x="2978280" y="3036600"/>
              <a:ext cx="720" cy="462960"/>
            </a:xfrm>
            <a:custGeom>
              <a:avLst/>
              <a:gdLst/>
              <a:ahLst/>
              <a:rect l="l" t="t" r="r" b="b"/>
              <a:pathLst>
                <a:path w="1269" h="463550">
                  <a:moveTo>
                    <a:pt x="0" y="0"/>
                  </a:moveTo>
                  <a:lnTo>
                    <a:pt x="1269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CustomShape 79"/>
            <p:cNvSpPr/>
            <p:nvPr/>
          </p:nvSpPr>
          <p:spPr>
            <a:xfrm>
              <a:off x="2941200" y="349488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CustomShape 80"/>
            <p:cNvSpPr/>
            <p:nvPr/>
          </p:nvSpPr>
          <p:spPr>
            <a:xfrm>
              <a:off x="2444760" y="3036600"/>
              <a:ext cx="720" cy="462960"/>
            </a:xfrm>
            <a:custGeom>
              <a:avLst/>
              <a:gdLst/>
              <a:ahLst/>
              <a:rect l="l" t="t" r="r" b="b"/>
              <a:pathLst>
                <a:path w="1269" h="463550">
                  <a:moveTo>
                    <a:pt x="0" y="0"/>
                  </a:moveTo>
                  <a:lnTo>
                    <a:pt x="1269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CustomShape 81"/>
            <p:cNvSpPr/>
            <p:nvPr/>
          </p:nvSpPr>
          <p:spPr>
            <a:xfrm>
              <a:off x="2408040" y="349488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8" name="CustomShape 82"/>
          <p:cNvSpPr/>
          <p:nvPr/>
        </p:nvSpPr>
        <p:spPr>
          <a:xfrm>
            <a:off x="1781640" y="3147120"/>
            <a:ext cx="6350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9" name="CustomShape 83"/>
          <p:cNvSpPr/>
          <p:nvPr/>
        </p:nvSpPr>
        <p:spPr>
          <a:xfrm>
            <a:off x="1989000" y="4290120"/>
            <a:ext cx="3070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SR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510" name="Table 84"/>
          <p:cNvGraphicFramePr/>
          <p:nvPr/>
        </p:nvGraphicFramePr>
        <p:xfrm>
          <a:off x="2211480" y="3565440"/>
          <a:ext cx="990000" cy="1382040"/>
        </p:xfrm>
        <a:graphic>
          <a:graphicData uri="http://schemas.openxmlformats.org/drawingml/2006/table">
            <a:tbl>
              <a:tblPr/>
              <a:tblGrid>
                <a:gridCol w="495720"/>
                <a:gridCol w="494640"/>
              </a:tblGrid>
              <a:tr h="533160">
                <a:tc gridSpan="2"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A3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849240">
                <a:tc>
                  <a:txBody>
                    <a:bodyPr/>
                    <a:p>
                      <a:pPr marL="6660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ES*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 marL="3348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r>
                        <a:rPr b="0" lang="en-IN" sz="1600" spc="-69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bi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511" name="CustomShape 85"/>
          <p:cNvSpPr/>
          <p:nvPr/>
        </p:nvSpPr>
        <p:spPr>
          <a:xfrm>
            <a:off x="3173760" y="4290120"/>
            <a:ext cx="813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512" name="Group 86"/>
          <p:cNvGrpSpPr/>
          <p:nvPr/>
        </p:nvGrpSpPr>
        <p:grpSpPr>
          <a:xfrm>
            <a:off x="5492880" y="2579400"/>
            <a:ext cx="2056680" cy="3123360"/>
            <a:chOff x="5492880" y="2579400"/>
            <a:chExt cx="2056680" cy="3123360"/>
          </a:xfrm>
        </p:grpSpPr>
        <p:sp>
          <p:nvSpPr>
            <p:cNvPr id="513" name="CustomShape 87"/>
            <p:cNvSpPr/>
            <p:nvPr/>
          </p:nvSpPr>
          <p:spPr>
            <a:xfrm>
              <a:off x="5492880" y="2579400"/>
              <a:ext cx="2056680" cy="3123360"/>
            </a:xfrm>
            <a:custGeom>
              <a:avLst/>
              <a:gdLst/>
              <a:ahLst/>
              <a:rect l="l" t="t" r="r" b="b"/>
              <a:pathLst>
                <a:path w="2057400" h="3124200">
                  <a:moveTo>
                    <a:pt x="1714500" y="0"/>
                  </a:moveTo>
                  <a:lnTo>
                    <a:pt x="342900" y="0"/>
                  </a:lnTo>
                  <a:lnTo>
                    <a:pt x="300136" y="3472"/>
                  </a:lnTo>
                  <a:lnTo>
                    <a:pt x="257968" y="13493"/>
                  </a:lnTo>
                  <a:lnTo>
                    <a:pt x="216991" y="29467"/>
                  </a:lnTo>
                  <a:lnTo>
                    <a:pt x="177800" y="50800"/>
                  </a:lnTo>
                  <a:lnTo>
                    <a:pt x="140989" y="76894"/>
                  </a:lnTo>
                  <a:lnTo>
                    <a:pt x="107156" y="107156"/>
                  </a:lnTo>
                  <a:lnTo>
                    <a:pt x="76894" y="140989"/>
                  </a:lnTo>
                  <a:lnTo>
                    <a:pt x="50800" y="177800"/>
                  </a:lnTo>
                  <a:lnTo>
                    <a:pt x="29467" y="216991"/>
                  </a:lnTo>
                  <a:lnTo>
                    <a:pt x="13493" y="257968"/>
                  </a:lnTo>
                  <a:lnTo>
                    <a:pt x="3472" y="300136"/>
                  </a:lnTo>
                  <a:lnTo>
                    <a:pt x="0" y="342900"/>
                  </a:lnTo>
                  <a:lnTo>
                    <a:pt x="0" y="2781299"/>
                  </a:lnTo>
                  <a:lnTo>
                    <a:pt x="3472" y="2824063"/>
                  </a:lnTo>
                  <a:lnTo>
                    <a:pt x="13493" y="2866231"/>
                  </a:lnTo>
                  <a:lnTo>
                    <a:pt x="29467" y="2907208"/>
                  </a:lnTo>
                  <a:lnTo>
                    <a:pt x="50800" y="2946399"/>
                  </a:lnTo>
                  <a:lnTo>
                    <a:pt x="76894" y="2983210"/>
                  </a:lnTo>
                  <a:lnTo>
                    <a:pt x="107156" y="3017043"/>
                  </a:lnTo>
                  <a:lnTo>
                    <a:pt x="140989" y="3047305"/>
                  </a:lnTo>
                  <a:lnTo>
                    <a:pt x="177800" y="3073399"/>
                  </a:lnTo>
                  <a:lnTo>
                    <a:pt x="216991" y="3094732"/>
                  </a:lnTo>
                  <a:lnTo>
                    <a:pt x="257968" y="3110706"/>
                  </a:lnTo>
                  <a:lnTo>
                    <a:pt x="300136" y="3120727"/>
                  </a:lnTo>
                  <a:lnTo>
                    <a:pt x="342900" y="3124199"/>
                  </a:lnTo>
                  <a:lnTo>
                    <a:pt x="1714500" y="3124199"/>
                  </a:lnTo>
                  <a:lnTo>
                    <a:pt x="1757263" y="3120727"/>
                  </a:lnTo>
                  <a:lnTo>
                    <a:pt x="1799431" y="3110706"/>
                  </a:lnTo>
                  <a:lnTo>
                    <a:pt x="1840408" y="3094732"/>
                  </a:lnTo>
                  <a:lnTo>
                    <a:pt x="1879600" y="3073399"/>
                  </a:lnTo>
                  <a:lnTo>
                    <a:pt x="1916410" y="3047305"/>
                  </a:lnTo>
                  <a:lnTo>
                    <a:pt x="1950243" y="3017043"/>
                  </a:lnTo>
                  <a:lnTo>
                    <a:pt x="1980505" y="2983210"/>
                  </a:lnTo>
                  <a:lnTo>
                    <a:pt x="2006600" y="2946399"/>
                  </a:lnTo>
                  <a:lnTo>
                    <a:pt x="2027932" y="2907208"/>
                  </a:lnTo>
                  <a:lnTo>
                    <a:pt x="2043906" y="2866231"/>
                  </a:lnTo>
                  <a:lnTo>
                    <a:pt x="2053927" y="2824063"/>
                  </a:lnTo>
                  <a:lnTo>
                    <a:pt x="2057400" y="2781299"/>
                  </a:lnTo>
                  <a:lnTo>
                    <a:pt x="2057400" y="342900"/>
                  </a:lnTo>
                  <a:lnTo>
                    <a:pt x="2053927" y="300136"/>
                  </a:lnTo>
                  <a:lnTo>
                    <a:pt x="2043906" y="257968"/>
                  </a:lnTo>
                  <a:lnTo>
                    <a:pt x="2027932" y="216991"/>
                  </a:lnTo>
                  <a:lnTo>
                    <a:pt x="2006600" y="177800"/>
                  </a:lnTo>
                  <a:lnTo>
                    <a:pt x="1980505" y="140989"/>
                  </a:lnTo>
                  <a:lnTo>
                    <a:pt x="1950243" y="107156"/>
                  </a:lnTo>
                  <a:lnTo>
                    <a:pt x="1916410" y="76894"/>
                  </a:lnTo>
                  <a:lnTo>
                    <a:pt x="1879600" y="50800"/>
                  </a:lnTo>
                  <a:lnTo>
                    <a:pt x="1840408" y="29467"/>
                  </a:lnTo>
                  <a:lnTo>
                    <a:pt x="1799431" y="13493"/>
                  </a:lnTo>
                  <a:lnTo>
                    <a:pt x="1757263" y="3472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4" name="CustomShape 88"/>
            <p:cNvSpPr/>
            <p:nvPr/>
          </p:nvSpPr>
          <p:spPr>
            <a:xfrm>
              <a:off x="5492880" y="2579400"/>
              <a:ext cx="2056680" cy="3123360"/>
            </a:xfrm>
            <a:custGeom>
              <a:avLst/>
              <a:gdLst/>
              <a:ahLst/>
              <a:rect l="l" t="t" r="r" b="b"/>
              <a:pathLst>
                <a:path w="2057400" h="3124200">
                  <a:moveTo>
                    <a:pt x="342900" y="0"/>
                  </a:moveTo>
                  <a:lnTo>
                    <a:pt x="300136" y="3472"/>
                  </a:lnTo>
                  <a:lnTo>
                    <a:pt x="257968" y="13493"/>
                  </a:lnTo>
                  <a:lnTo>
                    <a:pt x="216991" y="29467"/>
                  </a:lnTo>
                  <a:lnTo>
                    <a:pt x="177800" y="50800"/>
                  </a:lnTo>
                  <a:lnTo>
                    <a:pt x="140989" y="76894"/>
                  </a:lnTo>
                  <a:lnTo>
                    <a:pt x="107156" y="107156"/>
                  </a:lnTo>
                  <a:lnTo>
                    <a:pt x="76894" y="140989"/>
                  </a:lnTo>
                  <a:lnTo>
                    <a:pt x="50800" y="177800"/>
                  </a:lnTo>
                  <a:lnTo>
                    <a:pt x="29467" y="216991"/>
                  </a:lnTo>
                  <a:lnTo>
                    <a:pt x="13493" y="257968"/>
                  </a:lnTo>
                  <a:lnTo>
                    <a:pt x="3472" y="300136"/>
                  </a:lnTo>
                  <a:lnTo>
                    <a:pt x="0" y="342900"/>
                  </a:lnTo>
                  <a:lnTo>
                    <a:pt x="0" y="2781299"/>
                  </a:lnTo>
                  <a:lnTo>
                    <a:pt x="3472" y="2824063"/>
                  </a:lnTo>
                  <a:lnTo>
                    <a:pt x="13493" y="2866231"/>
                  </a:lnTo>
                  <a:lnTo>
                    <a:pt x="29467" y="2907208"/>
                  </a:lnTo>
                  <a:lnTo>
                    <a:pt x="50800" y="2946399"/>
                  </a:lnTo>
                  <a:lnTo>
                    <a:pt x="76894" y="2983210"/>
                  </a:lnTo>
                  <a:lnTo>
                    <a:pt x="107156" y="3017043"/>
                  </a:lnTo>
                  <a:lnTo>
                    <a:pt x="140989" y="3047305"/>
                  </a:lnTo>
                  <a:lnTo>
                    <a:pt x="177800" y="3073399"/>
                  </a:lnTo>
                  <a:lnTo>
                    <a:pt x="216991" y="3094732"/>
                  </a:lnTo>
                  <a:lnTo>
                    <a:pt x="257968" y="3110706"/>
                  </a:lnTo>
                  <a:lnTo>
                    <a:pt x="300136" y="3120727"/>
                  </a:lnTo>
                  <a:lnTo>
                    <a:pt x="342900" y="3124199"/>
                  </a:lnTo>
                  <a:lnTo>
                    <a:pt x="1714500" y="3124199"/>
                  </a:lnTo>
                  <a:lnTo>
                    <a:pt x="1757263" y="3120727"/>
                  </a:lnTo>
                  <a:lnTo>
                    <a:pt x="1799431" y="3110706"/>
                  </a:lnTo>
                  <a:lnTo>
                    <a:pt x="1840408" y="3094732"/>
                  </a:lnTo>
                  <a:lnTo>
                    <a:pt x="1879600" y="3073399"/>
                  </a:lnTo>
                  <a:lnTo>
                    <a:pt x="1916410" y="3047305"/>
                  </a:lnTo>
                  <a:lnTo>
                    <a:pt x="1950243" y="3017043"/>
                  </a:lnTo>
                  <a:lnTo>
                    <a:pt x="1980505" y="2983210"/>
                  </a:lnTo>
                  <a:lnTo>
                    <a:pt x="2006600" y="2946399"/>
                  </a:lnTo>
                  <a:lnTo>
                    <a:pt x="2027932" y="2907208"/>
                  </a:lnTo>
                  <a:lnTo>
                    <a:pt x="2043906" y="2866231"/>
                  </a:lnTo>
                  <a:lnTo>
                    <a:pt x="2053927" y="2824063"/>
                  </a:lnTo>
                  <a:lnTo>
                    <a:pt x="2057400" y="2781299"/>
                  </a:lnTo>
                  <a:lnTo>
                    <a:pt x="2057400" y="342900"/>
                  </a:lnTo>
                  <a:lnTo>
                    <a:pt x="2053927" y="300136"/>
                  </a:lnTo>
                  <a:lnTo>
                    <a:pt x="2043906" y="257968"/>
                  </a:lnTo>
                  <a:lnTo>
                    <a:pt x="2027932" y="216991"/>
                  </a:lnTo>
                  <a:lnTo>
                    <a:pt x="2006600" y="177800"/>
                  </a:lnTo>
                  <a:lnTo>
                    <a:pt x="1980505" y="140989"/>
                  </a:lnTo>
                  <a:lnTo>
                    <a:pt x="1950243" y="107156"/>
                  </a:lnTo>
                  <a:lnTo>
                    <a:pt x="1916410" y="76894"/>
                  </a:lnTo>
                  <a:lnTo>
                    <a:pt x="1879600" y="50800"/>
                  </a:lnTo>
                  <a:lnTo>
                    <a:pt x="1840408" y="29467"/>
                  </a:lnTo>
                  <a:lnTo>
                    <a:pt x="1799431" y="13493"/>
                  </a:lnTo>
                  <a:lnTo>
                    <a:pt x="1757263" y="3472"/>
                  </a:lnTo>
                  <a:lnTo>
                    <a:pt x="1714500" y="0"/>
                  </a:lnTo>
                  <a:lnTo>
                    <a:pt x="3429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3124199"/>
                  </a:moveTo>
                  <a:lnTo>
                    <a:pt x="2057400" y="312419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5" name="CustomShape 89"/>
          <p:cNvSpPr/>
          <p:nvPr/>
        </p:nvSpPr>
        <p:spPr>
          <a:xfrm>
            <a:off x="6026040" y="3570120"/>
            <a:ext cx="990000" cy="388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4720" bIns="0"/>
          <a:p>
            <a:pPr marL="90000">
              <a:lnSpc>
                <a:spcPct val="100000"/>
              </a:lnSpc>
              <a:spcBef>
                <a:spcPts val="1140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A3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516" name="Group 90"/>
          <p:cNvGrpSpPr/>
          <p:nvPr/>
        </p:nvGrpSpPr>
        <p:grpSpPr>
          <a:xfrm>
            <a:off x="6217920" y="3036600"/>
            <a:ext cx="609120" cy="532440"/>
            <a:chOff x="6217920" y="3036600"/>
            <a:chExt cx="609120" cy="532440"/>
          </a:xfrm>
        </p:grpSpPr>
        <p:sp>
          <p:nvSpPr>
            <p:cNvPr id="517" name="CustomShape 91"/>
            <p:cNvSpPr/>
            <p:nvPr/>
          </p:nvSpPr>
          <p:spPr>
            <a:xfrm>
              <a:off x="6788160" y="3036600"/>
              <a:ext cx="720" cy="462960"/>
            </a:xfrm>
            <a:custGeom>
              <a:avLst/>
              <a:gdLst/>
              <a:ahLst/>
              <a:rect l="l" t="t" r="r" b="b"/>
              <a:pathLst>
                <a:path w="1270" h="463550">
                  <a:moveTo>
                    <a:pt x="0" y="0"/>
                  </a:moveTo>
                  <a:lnTo>
                    <a:pt x="1270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CustomShape 92"/>
            <p:cNvSpPr/>
            <p:nvPr/>
          </p:nvSpPr>
          <p:spPr>
            <a:xfrm>
              <a:off x="6751440" y="349488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CustomShape 93"/>
            <p:cNvSpPr/>
            <p:nvPr/>
          </p:nvSpPr>
          <p:spPr>
            <a:xfrm>
              <a:off x="6254640" y="3036600"/>
              <a:ext cx="720" cy="462960"/>
            </a:xfrm>
            <a:custGeom>
              <a:avLst/>
              <a:gdLst/>
              <a:ahLst/>
              <a:rect l="l" t="t" r="r" b="b"/>
              <a:pathLst>
                <a:path w="1270" h="463550">
                  <a:moveTo>
                    <a:pt x="0" y="0"/>
                  </a:moveTo>
                  <a:lnTo>
                    <a:pt x="1270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CustomShape 94"/>
            <p:cNvSpPr/>
            <p:nvPr/>
          </p:nvSpPr>
          <p:spPr>
            <a:xfrm>
              <a:off x="6217920" y="349488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1" name="CustomShape 95"/>
          <p:cNvSpPr/>
          <p:nvPr/>
        </p:nvSpPr>
        <p:spPr>
          <a:xfrm>
            <a:off x="6788160" y="3147120"/>
            <a:ext cx="6350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522" name="Group 96"/>
          <p:cNvGrpSpPr/>
          <p:nvPr/>
        </p:nvGrpSpPr>
        <p:grpSpPr>
          <a:xfrm>
            <a:off x="6485760" y="4103280"/>
            <a:ext cx="74160" cy="1065960"/>
            <a:chOff x="6485760" y="4103280"/>
            <a:chExt cx="74160" cy="1065960"/>
          </a:xfrm>
        </p:grpSpPr>
        <p:sp>
          <p:nvSpPr>
            <p:cNvPr id="523" name="CustomShape 97"/>
            <p:cNvSpPr/>
            <p:nvPr/>
          </p:nvSpPr>
          <p:spPr>
            <a:xfrm>
              <a:off x="6521400" y="4103280"/>
              <a:ext cx="720" cy="996120"/>
            </a:xfrm>
            <a:custGeom>
              <a:avLst/>
              <a:gdLst/>
              <a:ahLst/>
              <a:rect l="l" t="t" r="r" b="b"/>
              <a:pathLst>
                <a:path w="1270" h="996950">
                  <a:moveTo>
                    <a:pt x="0" y="0"/>
                  </a:moveTo>
                  <a:lnTo>
                    <a:pt x="1270" y="99694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4" name="CustomShape 98"/>
            <p:cNvSpPr/>
            <p:nvPr/>
          </p:nvSpPr>
          <p:spPr>
            <a:xfrm>
              <a:off x="6485760" y="5095080"/>
              <a:ext cx="74160" cy="74160"/>
            </a:xfrm>
            <a:custGeom>
              <a:avLst/>
              <a:gdLst/>
              <a:ahLst/>
              <a:rect l="l" t="t" r="r" b="b"/>
              <a:pathLst>
                <a:path w="74929" h="74929">
                  <a:moveTo>
                    <a:pt x="74930" y="0"/>
                  </a:moveTo>
                  <a:lnTo>
                    <a:pt x="0" y="0"/>
                  </a:lnTo>
                  <a:lnTo>
                    <a:pt x="36830" y="74930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5" name="CustomShape 99"/>
          <p:cNvSpPr/>
          <p:nvPr/>
        </p:nvSpPr>
        <p:spPr>
          <a:xfrm>
            <a:off x="5798880" y="4290120"/>
            <a:ext cx="12992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SRES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32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6" name="CustomShape 100"/>
          <p:cNvSpPr/>
          <p:nvPr/>
        </p:nvSpPr>
        <p:spPr>
          <a:xfrm>
            <a:off x="5797440" y="2772360"/>
            <a:ext cx="75600" cy="74160"/>
          </a:xfrm>
          <a:custGeom>
            <a:avLst/>
            <a:gdLst/>
            <a:ahLst/>
            <a:rect l="l" t="t" r="r" b="b"/>
            <a:pathLst>
              <a:path w="76200" h="74930">
                <a:moveTo>
                  <a:pt x="0" y="0"/>
                </a:moveTo>
                <a:lnTo>
                  <a:pt x="0" y="74929"/>
                </a:lnTo>
                <a:lnTo>
                  <a:pt x="7620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CustomShape 101"/>
          <p:cNvSpPr/>
          <p:nvPr/>
        </p:nvSpPr>
        <p:spPr>
          <a:xfrm>
            <a:off x="1911240" y="5017680"/>
            <a:ext cx="1637640" cy="388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4720" bIns="0"/>
          <a:p>
            <a:pPr marL="88920">
              <a:lnSpc>
                <a:spcPct val="100000"/>
              </a:lnSpc>
              <a:spcBef>
                <a:spcPts val="1140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SRES* =?</a:t>
            </a:r>
            <a:r>
              <a:rPr b="0" lang="en-IN" sz="1600" spc="-6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SRES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8" name="CustomShape 102"/>
          <p:cNvSpPr/>
          <p:nvPr/>
        </p:nvSpPr>
        <p:spPr>
          <a:xfrm>
            <a:off x="3576240" y="5255280"/>
            <a:ext cx="74160" cy="74160"/>
          </a:xfrm>
          <a:custGeom>
            <a:avLst/>
            <a:gdLst/>
            <a:ahLst/>
            <a:rect l="l" t="t" r="r" b="b"/>
            <a:pathLst>
              <a:path w="74929" h="74929">
                <a:moveTo>
                  <a:pt x="74929" y="0"/>
                </a:moveTo>
                <a:lnTo>
                  <a:pt x="0" y="36829"/>
                </a:lnTo>
                <a:lnTo>
                  <a:pt x="74929" y="74929"/>
                </a:lnTo>
                <a:lnTo>
                  <a:pt x="749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CustomShape 103"/>
          <p:cNvSpPr/>
          <p:nvPr/>
        </p:nvSpPr>
        <p:spPr>
          <a:xfrm>
            <a:off x="2255400" y="2610000"/>
            <a:ext cx="4695840" cy="88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algn="ctr">
              <a:lnSpc>
                <a:spcPts val="1624"/>
              </a:lnSpc>
              <a:spcBef>
                <a:spcPts val="99"/>
              </a:spcBef>
            </a:pP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 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	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RAND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	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ts val="1624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RAND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RAND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68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 bit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0" name="CustomShape 104"/>
          <p:cNvSpPr/>
          <p:nvPr/>
        </p:nvSpPr>
        <p:spPr>
          <a:xfrm>
            <a:off x="3628800" y="5020200"/>
            <a:ext cx="3205440" cy="4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ts val="1559"/>
              </a:lnSpc>
              <a:spcBef>
                <a:spcPts val="99"/>
              </a:spcBef>
            </a:pP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 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	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SRES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	</a:t>
            </a:r>
            <a:endParaRPr b="0" lang="en-IN" sz="1600" spc="-1" strike="noStrike">
              <a:latin typeface="Arial"/>
            </a:endParaRPr>
          </a:p>
          <a:p>
            <a:pPr marL="2639520">
              <a:lnSpc>
                <a:spcPts val="1559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1" name="CustomShape 105"/>
          <p:cNvSpPr/>
          <p:nvPr/>
        </p:nvSpPr>
        <p:spPr>
          <a:xfrm>
            <a:off x="4350960" y="5280480"/>
            <a:ext cx="5220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32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2" name="CustomShape 106"/>
          <p:cNvSpPr/>
          <p:nvPr/>
        </p:nvSpPr>
        <p:spPr>
          <a:xfrm>
            <a:off x="2293560" y="2080080"/>
            <a:ext cx="13881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mobile</a:t>
            </a:r>
            <a:r>
              <a:rPr b="0" lang="en-IN" sz="1600" spc="-6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3" name="CustomShape 107"/>
          <p:cNvSpPr/>
          <p:nvPr/>
        </p:nvSpPr>
        <p:spPr>
          <a:xfrm>
            <a:off x="6330960" y="2004120"/>
            <a:ext cx="3866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SIM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4" name="CustomShape 108"/>
          <p:cNvSpPr/>
          <p:nvPr/>
        </p:nvSpPr>
        <p:spPr>
          <a:xfrm>
            <a:off x="921960" y="3223080"/>
            <a:ext cx="3178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5" name="CustomShape 109"/>
          <p:cNvSpPr/>
          <p:nvPr/>
        </p:nvSpPr>
        <p:spPr>
          <a:xfrm>
            <a:off x="777240" y="5128200"/>
            <a:ext cx="4762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6" name="CustomShape 110"/>
          <p:cNvSpPr/>
          <p:nvPr/>
        </p:nvSpPr>
        <p:spPr>
          <a:xfrm>
            <a:off x="7702560" y="3985200"/>
            <a:ext cx="3866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SIM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7" name="CustomShape 111"/>
          <p:cNvSpPr/>
          <p:nvPr/>
        </p:nvSpPr>
        <p:spPr>
          <a:xfrm>
            <a:off x="1201320" y="5966280"/>
            <a:ext cx="3421440" cy="24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20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: individual subscriber authentication</a:t>
            </a:r>
            <a:r>
              <a:rPr b="0" lang="en-IN" sz="1400" spc="4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8" name="CustomShape 112"/>
          <p:cNvSpPr/>
          <p:nvPr/>
        </p:nvSpPr>
        <p:spPr>
          <a:xfrm>
            <a:off x="4884480" y="5966280"/>
            <a:ext cx="1918800" cy="22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SRES: signed</a:t>
            </a:r>
            <a:r>
              <a:rPr b="0" lang="en-IN" sz="14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response</a:t>
            </a:r>
            <a:endParaRPr b="0" lang="en-IN" sz="1400" spc="-1" strike="noStrike"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CustomShape 1"/>
          <p:cNvSpPr/>
          <p:nvPr/>
        </p:nvSpPr>
        <p:spPr>
          <a:xfrm>
            <a:off x="1229400" y="1153080"/>
            <a:ext cx="45644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User</a:t>
            </a:r>
            <a:r>
              <a:rPr b="0" lang="en-IN" sz="3600" spc="-7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Authentication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40" name="CustomShape 2"/>
          <p:cNvSpPr/>
          <p:nvPr/>
        </p:nvSpPr>
        <p:spPr>
          <a:xfrm>
            <a:off x="1069200" y="191772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41" name="CustomShape 3"/>
          <p:cNvSpPr/>
          <p:nvPr/>
        </p:nvSpPr>
        <p:spPr>
          <a:xfrm>
            <a:off x="1400760" y="1861920"/>
            <a:ext cx="7582320" cy="501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/>
          <a:p>
            <a:pPr marL="12600">
              <a:lnSpc>
                <a:spcPts val="2591"/>
              </a:lnSpc>
              <a:spcBef>
                <a:spcPts val="425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 mechanism for encrypting messages in a GSM  network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ts val="2591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network sends random data to the cell phone  </a:t>
            </a:r>
            <a:r>
              <a:rPr b="0" lang="en-IN" sz="2200" spc="-15" strike="noStrike">
                <a:solidFill>
                  <a:srgbClr val="000000"/>
                </a:solidFill>
                <a:latin typeface="DejaVu Sans"/>
                <a:ea typeface="DejaVu Sans"/>
              </a:rPr>
              <a:t>(RAND)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75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each cell phone </a:t>
            </a:r>
            <a:r>
              <a:rPr b="0" lang="en-IN" sz="2200" spc="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allocated a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secret </a:t>
            </a:r>
            <a:r>
              <a:rPr b="0" lang="en-IN" sz="2200" spc="-29" strike="noStrike">
                <a:solidFill>
                  <a:srgbClr val="000000"/>
                </a:solidFill>
                <a:latin typeface="DejaVu Sans"/>
                <a:ea typeface="DejaVu Sans"/>
              </a:rPr>
              <a:t>key</a:t>
            </a:r>
            <a:r>
              <a:rPr b="0" lang="en-IN" sz="2200" spc="2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(KI)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ts val="2591"/>
              </a:lnSpc>
              <a:spcBef>
                <a:spcPts val="635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using </a:t>
            </a:r>
            <a:r>
              <a:rPr b="0" lang="en-IN" sz="2200" spc="-26" strike="noStrike">
                <a:solidFill>
                  <a:srgbClr val="000000"/>
                </a:solidFill>
                <a:latin typeface="DejaVu Sans"/>
                <a:ea typeface="DejaVu Sans"/>
              </a:rPr>
              <a:t>RAND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KI and the A3 encryption  algorithm the cell phone generates a signed 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result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(SRES) which is then sent to the</a:t>
            </a:r>
            <a:r>
              <a:rPr b="0" lang="en-IN" sz="2200" spc="7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network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ts val="2591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a similar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process </a:t>
            </a:r>
            <a:r>
              <a:rPr b="0" lang="en-IN" sz="2200" spc="-21" strike="noStrike">
                <a:solidFill>
                  <a:srgbClr val="000000"/>
                </a:solidFill>
                <a:latin typeface="DejaVu Sans"/>
                <a:ea typeface="DejaVu Sans"/>
              </a:rPr>
              <a:t>takes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place in the network  which generates a signed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result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specific to the  cell phone</a:t>
            </a:r>
            <a:endParaRPr b="0" lang="en-IN" sz="2200" spc="-1" strike="noStrike">
              <a:latin typeface="Arial"/>
            </a:endParaRPr>
          </a:p>
          <a:p>
            <a:pPr marL="12600">
              <a:lnSpc>
                <a:spcPts val="2591"/>
              </a:lnSpc>
              <a:spcBef>
                <a:spcPts val="601"/>
              </a:spcBef>
            </a:pP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network </a:t>
            </a:r>
            <a:r>
              <a:rPr b="0" lang="en-IN" sz="2200" spc="-9" strike="noStrike">
                <a:solidFill>
                  <a:srgbClr val="000000"/>
                </a:solidFill>
                <a:latin typeface="DejaVu Sans"/>
                <a:ea typeface="DejaVu Sans"/>
              </a:rPr>
              <a:t>compares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its SRES with the SRES  generated by the phone and in case of a match  the cell phone </a:t>
            </a:r>
            <a:r>
              <a:rPr b="0" lang="en-IN" sz="2200" spc="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connected to the network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2" name="CustomShape 4"/>
          <p:cNvSpPr/>
          <p:nvPr/>
        </p:nvSpPr>
        <p:spPr>
          <a:xfrm>
            <a:off x="1069200" y="26517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43" name="CustomShape 5"/>
          <p:cNvSpPr/>
          <p:nvPr/>
        </p:nvSpPr>
        <p:spPr>
          <a:xfrm>
            <a:off x="1069200" y="3385800"/>
            <a:ext cx="164520" cy="63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5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44" name="CustomShape 6"/>
          <p:cNvSpPr/>
          <p:nvPr/>
        </p:nvSpPr>
        <p:spPr>
          <a:xfrm>
            <a:off x="1069200" y="48538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45" name="CustomShape 7"/>
          <p:cNvSpPr/>
          <p:nvPr/>
        </p:nvSpPr>
        <p:spPr>
          <a:xfrm>
            <a:off x="1069200" y="591696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1145520" y="261720"/>
            <a:ext cx="759564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200" spc="-7" strike="noStrike">
                <a:solidFill>
                  <a:srgbClr val="333399"/>
                </a:solidFill>
                <a:latin typeface="DejaVu Sans"/>
              </a:rPr>
              <a:t>GSM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- </a:t>
            </a:r>
            <a:r>
              <a:rPr b="0" lang="en-IN" sz="3200" spc="-35" strike="noStrike">
                <a:solidFill>
                  <a:srgbClr val="333399"/>
                </a:solidFill>
                <a:latin typeface="DejaVu Sans"/>
              </a:rPr>
              <a:t>key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generation and</a:t>
            </a:r>
            <a:r>
              <a:rPr b="0" lang="en-IN" sz="3200" spc="-9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200" spc="-1" strike="noStrike">
                <a:solidFill>
                  <a:srgbClr val="333399"/>
                </a:solidFill>
                <a:latin typeface="DejaVu Sans"/>
              </a:rPr>
              <a:t>encryption</a:t>
            </a:r>
            <a:endParaRPr b="0" lang="en-IN" sz="3200" spc="-1" strike="noStrike">
              <a:latin typeface="Arial"/>
            </a:endParaRPr>
          </a:p>
        </p:txBody>
      </p:sp>
      <p:grpSp>
        <p:nvGrpSpPr>
          <p:cNvPr id="547" name="Group 2"/>
          <p:cNvGrpSpPr/>
          <p:nvPr/>
        </p:nvGrpSpPr>
        <p:grpSpPr>
          <a:xfrm>
            <a:off x="6187320" y="1247040"/>
            <a:ext cx="458280" cy="670680"/>
            <a:chOff x="6187320" y="1247040"/>
            <a:chExt cx="458280" cy="670680"/>
          </a:xfrm>
        </p:grpSpPr>
        <p:sp>
          <p:nvSpPr>
            <p:cNvPr id="548" name="CustomShape 3"/>
            <p:cNvSpPr/>
            <p:nvPr/>
          </p:nvSpPr>
          <p:spPr>
            <a:xfrm>
              <a:off x="6187320" y="1390680"/>
              <a:ext cx="394200" cy="475560"/>
            </a:xfrm>
            <a:custGeom>
              <a:avLst/>
              <a:gdLst/>
              <a:ahLst/>
              <a:rect l="l" t="t" r="r" b="b"/>
              <a:pathLst>
                <a:path w="394970" h="476250">
                  <a:moveTo>
                    <a:pt x="62230" y="63500"/>
                  </a:moveTo>
                  <a:lnTo>
                    <a:pt x="26670" y="90170"/>
                  </a:lnTo>
                  <a:lnTo>
                    <a:pt x="21589" y="102870"/>
                  </a:lnTo>
                  <a:lnTo>
                    <a:pt x="21589" y="106679"/>
                  </a:lnTo>
                  <a:lnTo>
                    <a:pt x="20320" y="111760"/>
                  </a:lnTo>
                  <a:lnTo>
                    <a:pt x="20320" y="119379"/>
                  </a:lnTo>
                  <a:lnTo>
                    <a:pt x="21589" y="123189"/>
                  </a:lnTo>
                  <a:lnTo>
                    <a:pt x="21589" y="133350"/>
                  </a:lnTo>
                  <a:lnTo>
                    <a:pt x="17780" y="133350"/>
                  </a:lnTo>
                  <a:lnTo>
                    <a:pt x="10160" y="135889"/>
                  </a:lnTo>
                  <a:lnTo>
                    <a:pt x="6350" y="139700"/>
                  </a:lnTo>
                  <a:lnTo>
                    <a:pt x="2539" y="146050"/>
                  </a:lnTo>
                  <a:lnTo>
                    <a:pt x="0" y="158750"/>
                  </a:lnTo>
                  <a:lnTo>
                    <a:pt x="0" y="175260"/>
                  </a:lnTo>
                  <a:lnTo>
                    <a:pt x="5080" y="213360"/>
                  </a:lnTo>
                  <a:lnTo>
                    <a:pt x="17780" y="247650"/>
                  </a:lnTo>
                  <a:lnTo>
                    <a:pt x="21589" y="260350"/>
                  </a:lnTo>
                  <a:lnTo>
                    <a:pt x="24130" y="267970"/>
                  </a:lnTo>
                  <a:lnTo>
                    <a:pt x="25400" y="276860"/>
                  </a:lnTo>
                  <a:lnTo>
                    <a:pt x="30480" y="289560"/>
                  </a:lnTo>
                  <a:lnTo>
                    <a:pt x="33020" y="293370"/>
                  </a:lnTo>
                  <a:lnTo>
                    <a:pt x="40639" y="306070"/>
                  </a:lnTo>
                  <a:lnTo>
                    <a:pt x="45720" y="318770"/>
                  </a:lnTo>
                  <a:lnTo>
                    <a:pt x="54610" y="330200"/>
                  </a:lnTo>
                  <a:lnTo>
                    <a:pt x="62230" y="340360"/>
                  </a:lnTo>
                  <a:lnTo>
                    <a:pt x="71120" y="353060"/>
                  </a:lnTo>
                  <a:lnTo>
                    <a:pt x="85089" y="367029"/>
                  </a:lnTo>
                  <a:lnTo>
                    <a:pt x="93980" y="378460"/>
                  </a:lnTo>
                  <a:lnTo>
                    <a:pt x="99060" y="387350"/>
                  </a:lnTo>
                  <a:lnTo>
                    <a:pt x="101600" y="391160"/>
                  </a:lnTo>
                  <a:lnTo>
                    <a:pt x="107950" y="412750"/>
                  </a:lnTo>
                  <a:lnTo>
                    <a:pt x="115570" y="438150"/>
                  </a:lnTo>
                  <a:lnTo>
                    <a:pt x="119380" y="463550"/>
                  </a:lnTo>
                  <a:lnTo>
                    <a:pt x="119380" y="476250"/>
                  </a:lnTo>
                  <a:lnTo>
                    <a:pt x="266700" y="476250"/>
                  </a:lnTo>
                  <a:lnTo>
                    <a:pt x="271780" y="457200"/>
                  </a:lnTo>
                  <a:lnTo>
                    <a:pt x="275589" y="448310"/>
                  </a:lnTo>
                  <a:lnTo>
                    <a:pt x="279400" y="435610"/>
                  </a:lnTo>
                  <a:lnTo>
                    <a:pt x="285750" y="426720"/>
                  </a:lnTo>
                  <a:lnTo>
                    <a:pt x="294639" y="415289"/>
                  </a:lnTo>
                  <a:lnTo>
                    <a:pt x="303530" y="397510"/>
                  </a:lnTo>
                  <a:lnTo>
                    <a:pt x="308610" y="384810"/>
                  </a:lnTo>
                  <a:lnTo>
                    <a:pt x="311150" y="373379"/>
                  </a:lnTo>
                  <a:lnTo>
                    <a:pt x="314960" y="363220"/>
                  </a:lnTo>
                  <a:lnTo>
                    <a:pt x="317500" y="355600"/>
                  </a:lnTo>
                  <a:lnTo>
                    <a:pt x="318769" y="346710"/>
                  </a:lnTo>
                  <a:lnTo>
                    <a:pt x="330200" y="331470"/>
                  </a:lnTo>
                  <a:lnTo>
                    <a:pt x="344169" y="311150"/>
                  </a:lnTo>
                  <a:lnTo>
                    <a:pt x="361950" y="280670"/>
                  </a:lnTo>
                  <a:lnTo>
                    <a:pt x="367030" y="267970"/>
                  </a:lnTo>
                  <a:lnTo>
                    <a:pt x="369569" y="255270"/>
                  </a:lnTo>
                  <a:lnTo>
                    <a:pt x="374650" y="248920"/>
                  </a:lnTo>
                  <a:lnTo>
                    <a:pt x="289560" y="248920"/>
                  </a:lnTo>
                  <a:lnTo>
                    <a:pt x="287020" y="241300"/>
                  </a:lnTo>
                  <a:lnTo>
                    <a:pt x="287020" y="229870"/>
                  </a:lnTo>
                  <a:lnTo>
                    <a:pt x="283210" y="223520"/>
                  </a:lnTo>
                  <a:lnTo>
                    <a:pt x="262889" y="186689"/>
                  </a:lnTo>
                  <a:lnTo>
                    <a:pt x="236220" y="148589"/>
                  </a:lnTo>
                  <a:lnTo>
                    <a:pt x="212089" y="124460"/>
                  </a:lnTo>
                  <a:lnTo>
                    <a:pt x="205739" y="114300"/>
                  </a:lnTo>
                  <a:lnTo>
                    <a:pt x="195580" y="96520"/>
                  </a:lnTo>
                  <a:lnTo>
                    <a:pt x="200660" y="91439"/>
                  </a:lnTo>
                  <a:lnTo>
                    <a:pt x="200660" y="87629"/>
                  </a:lnTo>
                  <a:lnTo>
                    <a:pt x="199389" y="80010"/>
                  </a:lnTo>
                  <a:lnTo>
                    <a:pt x="195580" y="71120"/>
                  </a:lnTo>
                  <a:lnTo>
                    <a:pt x="194563" y="68579"/>
                  </a:lnTo>
                  <a:lnTo>
                    <a:pt x="82550" y="68579"/>
                  </a:lnTo>
                  <a:lnTo>
                    <a:pt x="74930" y="67310"/>
                  </a:lnTo>
                  <a:lnTo>
                    <a:pt x="68580" y="64770"/>
                  </a:lnTo>
                  <a:lnTo>
                    <a:pt x="62230" y="63500"/>
                  </a:lnTo>
                  <a:close/>
                  <a:moveTo>
                    <a:pt x="384810" y="143510"/>
                  </a:moveTo>
                  <a:lnTo>
                    <a:pt x="369569" y="143510"/>
                  </a:lnTo>
                  <a:lnTo>
                    <a:pt x="361950" y="147320"/>
                  </a:lnTo>
                  <a:lnTo>
                    <a:pt x="332739" y="179070"/>
                  </a:lnTo>
                  <a:lnTo>
                    <a:pt x="330200" y="185420"/>
                  </a:lnTo>
                  <a:lnTo>
                    <a:pt x="325119" y="196850"/>
                  </a:lnTo>
                  <a:lnTo>
                    <a:pt x="322580" y="203200"/>
                  </a:lnTo>
                  <a:lnTo>
                    <a:pt x="314960" y="213360"/>
                  </a:lnTo>
                  <a:lnTo>
                    <a:pt x="303530" y="231139"/>
                  </a:lnTo>
                  <a:lnTo>
                    <a:pt x="294639" y="242570"/>
                  </a:lnTo>
                  <a:lnTo>
                    <a:pt x="289560" y="248920"/>
                  </a:lnTo>
                  <a:lnTo>
                    <a:pt x="374650" y="248920"/>
                  </a:lnTo>
                  <a:lnTo>
                    <a:pt x="378460" y="241300"/>
                  </a:lnTo>
                  <a:lnTo>
                    <a:pt x="381000" y="234950"/>
                  </a:lnTo>
                  <a:lnTo>
                    <a:pt x="381000" y="228600"/>
                  </a:lnTo>
                  <a:lnTo>
                    <a:pt x="383539" y="215900"/>
                  </a:lnTo>
                  <a:lnTo>
                    <a:pt x="383539" y="203200"/>
                  </a:lnTo>
                  <a:lnTo>
                    <a:pt x="387350" y="190500"/>
                  </a:lnTo>
                  <a:lnTo>
                    <a:pt x="388619" y="181610"/>
                  </a:lnTo>
                  <a:lnTo>
                    <a:pt x="392430" y="177800"/>
                  </a:lnTo>
                  <a:lnTo>
                    <a:pt x="394969" y="168910"/>
                  </a:lnTo>
                  <a:lnTo>
                    <a:pt x="394969" y="154939"/>
                  </a:lnTo>
                  <a:lnTo>
                    <a:pt x="389889" y="147320"/>
                  </a:lnTo>
                  <a:lnTo>
                    <a:pt x="384810" y="143510"/>
                  </a:lnTo>
                  <a:close/>
                  <a:moveTo>
                    <a:pt x="185420" y="0"/>
                  </a:moveTo>
                  <a:lnTo>
                    <a:pt x="160020" y="0"/>
                  </a:lnTo>
                  <a:lnTo>
                    <a:pt x="148589" y="1270"/>
                  </a:lnTo>
                  <a:lnTo>
                    <a:pt x="142239" y="6350"/>
                  </a:lnTo>
                  <a:lnTo>
                    <a:pt x="135889" y="12700"/>
                  </a:lnTo>
                  <a:lnTo>
                    <a:pt x="132080" y="20320"/>
                  </a:lnTo>
                  <a:lnTo>
                    <a:pt x="130810" y="25400"/>
                  </a:lnTo>
                  <a:lnTo>
                    <a:pt x="123189" y="25400"/>
                  </a:lnTo>
                  <a:lnTo>
                    <a:pt x="87630" y="44450"/>
                  </a:lnTo>
                  <a:lnTo>
                    <a:pt x="85089" y="53339"/>
                  </a:lnTo>
                  <a:lnTo>
                    <a:pt x="85089" y="64770"/>
                  </a:lnTo>
                  <a:lnTo>
                    <a:pt x="82550" y="68579"/>
                  </a:lnTo>
                  <a:lnTo>
                    <a:pt x="194563" y="68579"/>
                  </a:lnTo>
                  <a:lnTo>
                    <a:pt x="193039" y="64770"/>
                  </a:lnTo>
                  <a:lnTo>
                    <a:pt x="187960" y="55879"/>
                  </a:lnTo>
                  <a:lnTo>
                    <a:pt x="184150" y="52070"/>
                  </a:lnTo>
                  <a:lnTo>
                    <a:pt x="194310" y="52070"/>
                  </a:lnTo>
                  <a:lnTo>
                    <a:pt x="213360" y="26670"/>
                  </a:lnTo>
                  <a:lnTo>
                    <a:pt x="212089" y="16510"/>
                  </a:lnTo>
                  <a:lnTo>
                    <a:pt x="210820" y="11429"/>
                  </a:lnTo>
                  <a:lnTo>
                    <a:pt x="208280" y="6350"/>
                  </a:lnTo>
                  <a:lnTo>
                    <a:pt x="203200" y="2539"/>
                  </a:lnTo>
                  <a:lnTo>
                    <a:pt x="199389" y="1270"/>
                  </a:lnTo>
                  <a:lnTo>
                    <a:pt x="193039" y="1270"/>
                  </a:lnTo>
                  <a:lnTo>
                    <a:pt x="18542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CustomShape 4"/>
            <p:cNvSpPr/>
            <p:nvPr/>
          </p:nvSpPr>
          <p:spPr>
            <a:xfrm>
              <a:off x="6187320" y="1390680"/>
              <a:ext cx="394200" cy="475560"/>
            </a:xfrm>
            <a:custGeom>
              <a:avLst/>
              <a:gdLst/>
              <a:ahLst/>
              <a:rect l="l" t="t" r="r" b="b"/>
              <a:pathLst>
                <a:path w="394970" h="476250">
                  <a:moveTo>
                    <a:pt x="119380" y="476250"/>
                  </a:moveTo>
                  <a:lnTo>
                    <a:pt x="119380" y="463550"/>
                  </a:lnTo>
                  <a:lnTo>
                    <a:pt x="115570" y="438150"/>
                  </a:lnTo>
                  <a:lnTo>
                    <a:pt x="107950" y="412750"/>
                  </a:lnTo>
                  <a:lnTo>
                    <a:pt x="101600" y="391160"/>
                  </a:lnTo>
                  <a:lnTo>
                    <a:pt x="99060" y="387350"/>
                  </a:lnTo>
                  <a:lnTo>
                    <a:pt x="93980" y="378460"/>
                  </a:lnTo>
                  <a:lnTo>
                    <a:pt x="85089" y="367029"/>
                  </a:lnTo>
                  <a:lnTo>
                    <a:pt x="71120" y="353060"/>
                  </a:lnTo>
                  <a:lnTo>
                    <a:pt x="62230" y="340360"/>
                  </a:lnTo>
                  <a:lnTo>
                    <a:pt x="54610" y="330200"/>
                  </a:lnTo>
                  <a:lnTo>
                    <a:pt x="45720" y="318770"/>
                  </a:lnTo>
                  <a:lnTo>
                    <a:pt x="40639" y="306070"/>
                  </a:lnTo>
                  <a:lnTo>
                    <a:pt x="33020" y="293370"/>
                  </a:lnTo>
                  <a:lnTo>
                    <a:pt x="30480" y="289560"/>
                  </a:lnTo>
                  <a:lnTo>
                    <a:pt x="25400" y="276860"/>
                  </a:lnTo>
                  <a:lnTo>
                    <a:pt x="24130" y="267970"/>
                  </a:lnTo>
                  <a:lnTo>
                    <a:pt x="21589" y="260350"/>
                  </a:lnTo>
                  <a:lnTo>
                    <a:pt x="17780" y="247650"/>
                  </a:lnTo>
                  <a:lnTo>
                    <a:pt x="13970" y="238760"/>
                  </a:lnTo>
                  <a:lnTo>
                    <a:pt x="8889" y="226060"/>
                  </a:lnTo>
                  <a:lnTo>
                    <a:pt x="5080" y="213360"/>
                  </a:lnTo>
                  <a:lnTo>
                    <a:pt x="3810" y="205739"/>
                  </a:lnTo>
                  <a:lnTo>
                    <a:pt x="1270" y="187960"/>
                  </a:lnTo>
                  <a:lnTo>
                    <a:pt x="0" y="175260"/>
                  </a:lnTo>
                  <a:lnTo>
                    <a:pt x="0" y="158750"/>
                  </a:lnTo>
                  <a:lnTo>
                    <a:pt x="2539" y="146050"/>
                  </a:lnTo>
                  <a:lnTo>
                    <a:pt x="6350" y="139700"/>
                  </a:lnTo>
                  <a:lnTo>
                    <a:pt x="10160" y="135889"/>
                  </a:lnTo>
                  <a:lnTo>
                    <a:pt x="13970" y="134620"/>
                  </a:lnTo>
                  <a:lnTo>
                    <a:pt x="17780" y="133350"/>
                  </a:lnTo>
                  <a:lnTo>
                    <a:pt x="21589" y="133350"/>
                  </a:lnTo>
                  <a:lnTo>
                    <a:pt x="21589" y="123189"/>
                  </a:lnTo>
                  <a:lnTo>
                    <a:pt x="20320" y="119379"/>
                  </a:lnTo>
                  <a:lnTo>
                    <a:pt x="20320" y="111760"/>
                  </a:lnTo>
                  <a:lnTo>
                    <a:pt x="21589" y="106679"/>
                  </a:lnTo>
                  <a:lnTo>
                    <a:pt x="21589" y="102870"/>
                  </a:lnTo>
                  <a:lnTo>
                    <a:pt x="24130" y="95250"/>
                  </a:lnTo>
                  <a:lnTo>
                    <a:pt x="55880" y="64770"/>
                  </a:lnTo>
                  <a:lnTo>
                    <a:pt x="62230" y="63500"/>
                  </a:lnTo>
                  <a:lnTo>
                    <a:pt x="68580" y="64770"/>
                  </a:lnTo>
                  <a:lnTo>
                    <a:pt x="74930" y="67310"/>
                  </a:lnTo>
                  <a:lnTo>
                    <a:pt x="82550" y="68579"/>
                  </a:lnTo>
                  <a:lnTo>
                    <a:pt x="85089" y="64770"/>
                  </a:lnTo>
                  <a:lnTo>
                    <a:pt x="85089" y="53339"/>
                  </a:lnTo>
                  <a:lnTo>
                    <a:pt x="87630" y="44450"/>
                  </a:lnTo>
                  <a:lnTo>
                    <a:pt x="123189" y="25400"/>
                  </a:lnTo>
                  <a:lnTo>
                    <a:pt x="130810" y="25400"/>
                  </a:lnTo>
                  <a:lnTo>
                    <a:pt x="132080" y="20320"/>
                  </a:lnTo>
                  <a:lnTo>
                    <a:pt x="135889" y="12700"/>
                  </a:lnTo>
                  <a:lnTo>
                    <a:pt x="142239" y="6350"/>
                  </a:lnTo>
                  <a:lnTo>
                    <a:pt x="148589" y="1270"/>
                  </a:lnTo>
                  <a:lnTo>
                    <a:pt x="160020" y="0"/>
                  </a:lnTo>
                  <a:lnTo>
                    <a:pt x="171450" y="0"/>
                  </a:lnTo>
                  <a:lnTo>
                    <a:pt x="185420" y="0"/>
                  </a:lnTo>
                  <a:lnTo>
                    <a:pt x="193039" y="1270"/>
                  </a:lnTo>
                  <a:lnTo>
                    <a:pt x="199389" y="1270"/>
                  </a:lnTo>
                  <a:lnTo>
                    <a:pt x="203200" y="2539"/>
                  </a:lnTo>
                  <a:lnTo>
                    <a:pt x="208280" y="6350"/>
                  </a:lnTo>
                  <a:lnTo>
                    <a:pt x="210820" y="11429"/>
                  </a:lnTo>
                  <a:lnTo>
                    <a:pt x="212089" y="16510"/>
                  </a:lnTo>
                  <a:lnTo>
                    <a:pt x="213360" y="26670"/>
                  </a:lnTo>
                  <a:lnTo>
                    <a:pt x="212089" y="35560"/>
                  </a:lnTo>
                  <a:lnTo>
                    <a:pt x="209550" y="43179"/>
                  </a:lnTo>
                  <a:lnTo>
                    <a:pt x="205739" y="48260"/>
                  </a:lnTo>
                  <a:lnTo>
                    <a:pt x="200660" y="50800"/>
                  </a:lnTo>
                  <a:lnTo>
                    <a:pt x="194310" y="52070"/>
                  </a:lnTo>
                  <a:lnTo>
                    <a:pt x="184150" y="52070"/>
                  </a:lnTo>
                  <a:lnTo>
                    <a:pt x="187960" y="55879"/>
                  </a:lnTo>
                  <a:lnTo>
                    <a:pt x="193039" y="64770"/>
                  </a:lnTo>
                  <a:lnTo>
                    <a:pt x="195580" y="71120"/>
                  </a:lnTo>
                  <a:lnTo>
                    <a:pt x="199389" y="80010"/>
                  </a:lnTo>
                  <a:lnTo>
                    <a:pt x="200660" y="87629"/>
                  </a:lnTo>
                  <a:lnTo>
                    <a:pt x="200660" y="91439"/>
                  </a:lnTo>
                  <a:lnTo>
                    <a:pt x="195580" y="96520"/>
                  </a:lnTo>
                  <a:lnTo>
                    <a:pt x="200660" y="105410"/>
                  </a:lnTo>
                  <a:lnTo>
                    <a:pt x="205739" y="114300"/>
                  </a:lnTo>
                  <a:lnTo>
                    <a:pt x="212089" y="124460"/>
                  </a:lnTo>
                  <a:lnTo>
                    <a:pt x="222250" y="133350"/>
                  </a:lnTo>
                  <a:lnTo>
                    <a:pt x="236220" y="148589"/>
                  </a:lnTo>
                  <a:lnTo>
                    <a:pt x="250189" y="165100"/>
                  </a:lnTo>
                  <a:lnTo>
                    <a:pt x="262889" y="186689"/>
                  </a:lnTo>
                  <a:lnTo>
                    <a:pt x="274320" y="207010"/>
                  </a:lnTo>
                  <a:lnTo>
                    <a:pt x="283210" y="223520"/>
                  </a:lnTo>
                  <a:lnTo>
                    <a:pt x="287020" y="229870"/>
                  </a:lnTo>
                  <a:lnTo>
                    <a:pt x="287020" y="241300"/>
                  </a:lnTo>
                  <a:lnTo>
                    <a:pt x="289560" y="248920"/>
                  </a:lnTo>
                  <a:lnTo>
                    <a:pt x="294639" y="242570"/>
                  </a:lnTo>
                  <a:lnTo>
                    <a:pt x="303530" y="231139"/>
                  </a:lnTo>
                  <a:lnTo>
                    <a:pt x="314960" y="213360"/>
                  </a:lnTo>
                  <a:lnTo>
                    <a:pt x="322580" y="203200"/>
                  </a:lnTo>
                  <a:lnTo>
                    <a:pt x="325119" y="196850"/>
                  </a:lnTo>
                  <a:lnTo>
                    <a:pt x="330200" y="185420"/>
                  </a:lnTo>
                  <a:lnTo>
                    <a:pt x="332739" y="179070"/>
                  </a:lnTo>
                  <a:lnTo>
                    <a:pt x="361950" y="147320"/>
                  </a:lnTo>
                  <a:lnTo>
                    <a:pt x="369569" y="143510"/>
                  </a:lnTo>
                  <a:lnTo>
                    <a:pt x="377189" y="143510"/>
                  </a:lnTo>
                  <a:lnTo>
                    <a:pt x="384810" y="143510"/>
                  </a:lnTo>
                  <a:lnTo>
                    <a:pt x="389889" y="147320"/>
                  </a:lnTo>
                  <a:lnTo>
                    <a:pt x="394969" y="154939"/>
                  </a:lnTo>
                  <a:lnTo>
                    <a:pt x="394969" y="165100"/>
                  </a:lnTo>
                  <a:lnTo>
                    <a:pt x="394969" y="168910"/>
                  </a:lnTo>
                  <a:lnTo>
                    <a:pt x="392430" y="177800"/>
                  </a:lnTo>
                  <a:lnTo>
                    <a:pt x="388619" y="181610"/>
                  </a:lnTo>
                  <a:lnTo>
                    <a:pt x="387350" y="190500"/>
                  </a:lnTo>
                  <a:lnTo>
                    <a:pt x="383539" y="203200"/>
                  </a:lnTo>
                  <a:lnTo>
                    <a:pt x="383539" y="215900"/>
                  </a:lnTo>
                  <a:lnTo>
                    <a:pt x="381000" y="228600"/>
                  </a:lnTo>
                  <a:lnTo>
                    <a:pt x="381000" y="234950"/>
                  </a:lnTo>
                  <a:lnTo>
                    <a:pt x="378460" y="241300"/>
                  </a:lnTo>
                  <a:lnTo>
                    <a:pt x="374650" y="248920"/>
                  </a:lnTo>
                  <a:lnTo>
                    <a:pt x="369569" y="255270"/>
                  </a:lnTo>
                  <a:lnTo>
                    <a:pt x="367030" y="267970"/>
                  </a:lnTo>
                  <a:lnTo>
                    <a:pt x="361950" y="280670"/>
                  </a:lnTo>
                  <a:lnTo>
                    <a:pt x="344169" y="311150"/>
                  </a:lnTo>
                  <a:lnTo>
                    <a:pt x="330200" y="331470"/>
                  </a:lnTo>
                  <a:lnTo>
                    <a:pt x="318769" y="346710"/>
                  </a:lnTo>
                  <a:lnTo>
                    <a:pt x="317500" y="355600"/>
                  </a:lnTo>
                  <a:lnTo>
                    <a:pt x="314960" y="363220"/>
                  </a:lnTo>
                  <a:lnTo>
                    <a:pt x="311150" y="373379"/>
                  </a:lnTo>
                  <a:lnTo>
                    <a:pt x="308610" y="384810"/>
                  </a:lnTo>
                  <a:lnTo>
                    <a:pt x="303530" y="397510"/>
                  </a:lnTo>
                  <a:lnTo>
                    <a:pt x="294639" y="415289"/>
                  </a:lnTo>
                  <a:lnTo>
                    <a:pt x="285750" y="426720"/>
                  </a:lnTo>
                  <a:lnTo>
                    <a:pt x="279400" y="435610"/>
                  </a:lnTo>
                  <a:lnTo>
                    <a:pt x="275589" y="448310"/>
                  </a:lnTo>
                  <a:lnTo>
                    <a:pt x="271780" y="457200"/>
                  </a:lnTo>
                  <a:lnTo>
                    <a:pt x="266700" y="476250"/>
                  </a:lnTo>
                  <a:lnTo>
                    <a:pt x="119380" y="47625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394969" y="476250"/>
                  </a:moveTo>
                  <a:lnTo>
                    <a:pt x="394969" y="476250"/>
                  </a:lnTo>
                  <a:moveTo>
                    <a:pt x="330200" y="224789"/>
                  </a:moveTo>
                  <a:lnTo>
                    <a:pt x="335280" y="227329"/>
                  </a:lnTo>
                  <a:lnTo>
                    <a:pt x="339089" y="229870"/>
                  </a:lnTo>
                  <a:lnTo>
                    <a:pt x="345439" y="232410"/>
                  </a:lnTo>
                  <a:lnTo>
                    <a:pt x="349250" y="233679"/>
                  </a:lnTo>
                  <a:lnTo>
                    <a:pt x="350519" y="233679"/>
                  </a:lnTo>
                  <a:lnTo>
                    <a:pt x="358139" y="232410"/>
                  </a:lnTo>
                  <a:moveTo>
                    <a:pt x="330200" y="224789"/>
                  </a:moveTo>
                  <a:lnTo>
                    <a:pt x="330200" y="224789"/>
                  </a:lnTo>
                  <a:moveTo>
                    <a:pt x="358139" y="233679"/>
                  </a:moveTo>
                  <a:lnTo>
                    <a:pt x="358139" y="233679"/>
                  </a:lnTo>
                  <a:moveTo>
                    <a:pt x="35560" y="198120"/>
                  </a:moveTo>
                  <a:lnTo>
                    <a:pt x="33020" y="198120"/>
                  </a:lnTo>
                  <a:lnTo>
                    <a:pt x="31750" y="198120"/>
                  </a:lnTo>
                  <a:lnTo>
                    <a:pt x="29210" y="198120"/>
                  </a:lnTo>
                  <a:moveTo>
                    <a:pt x="29210" y="198120"/>
                  </a:moveTo>
                  <a:lnTo>
                    <a:pt x="29210" y="198120"/>
                  </a:lnTo>
                  <a:moveTo>
                    <a:pt x="35560" y="198120"/>
                  </a:moveTo>
                  <a:lnTo>
                    <a:pt x="35560" y="19812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CustomShape 5"/>
            <p:cNvSpPr/>
            <p:nvPr/>
          </p:nvSpPr>
          <p:spPr>
            <a:xfrm>
              <a:off x="6253560" y="1502280"/>
              <a:ext cx="221400" cy="21276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CustomShape 6"/>
            <p:cNvSpPr/>
            <p:nvPr/>
          </p:nvSpPr>
          <p:spPr>
            <a:xfrm>
              <a:off x="6336000" y="1734840"/>
              <a:ext cx="302760" cy="144000"/>
            </a:xfrm>
            <a:custGeom>
              <a:avLst/>
              <a:gdLst/>
              <a:ahLst/>
              <a:rect l="l" t="t" r="r" b="b"/>
              <a:pathLst>
                <a:path w="303529" h="144780">
                  <a:moveTo>
                    <a:pt x="0" y="0"/>
                  </a:moveTo>
                  <a:lnTo>
                    <a:pt x="13970" y="41909"/>
                  </a:lnTo>
                  <a:lnTo>
                    <a:pt x="144780" y="109219"/>
                  </a:lnTo>
                  <a:lnTo>
                    <a:pt x="303529" y="144779"/>
                  </a:lnTo>
                  <a:lnTo>
                    <a:pt x="148590" y="52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CustomShape 7"/>
            <p:cNvSpPr/>
            <p:nvPr/>
          </p:nvSpPr>
          <p:spPr>
            <a:xfrm>
              <a:off x="6336000" y="1734840"/>
              <a:ext cx="302760" cy="144000"/>
            </a:xfrm>
            <a:custGeom>
              <a:avLst/>
              <a:gdLst/>
              <a:ahLst/>
              <a:rect l="l" t="t" r="r" b="b"/>
              <a:pathLst>
                <a:path w="303529" h="144780">
                  <a:moveTo>
                    <a:pt x="303529" y="144779"/>
                  </a:moveTo>
                  <a:lnTo>
                    <a:pt x="148590" y="52069"/>
                  </a:lnTo>
                  <a:lnTo>
                    <a:pt x="0" y="0"/>
                  </a:lnTo>
                  <a:lnTo>
                    <a:pt x="13970" y="41909"/>
                  </a:lnTo>
                  <a:lnTo>
                    <a:pt x="144780" y="109219"/>
                  </a:lnTo>
                  <a:lnTo>
                    <a:pt x="303529" y="144779"/>
                  </a:lnTo>
                  <a:close/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CustomShape 8"/>
            <p:cNvSpPr/>
            <p:nvPr/>
          </p:nvSpPr>
          <p:spPr>
            <a:xfrm>
              <a:off x="6444360" y="1818000"/>
              <a:ext cx="201240" cy="9972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4" name="CustomShape 9"/>
            <p:cNvSpPr/>
            <p:nvPr/>
          </p:nvSpPr>
          <p:spPr>
            <a:xfrm>
              <a:off x="6311880" y="1247040"/>
              <a:ext cx="291240" cy="597600"/>
            </a:xfrm>
            <a:custGeom>
              <a:avLst/>
              <a:gdLst/>
              <a:ahLst/>
              <a:rect l="l" t="t" r="r" b="b"/>
              <a:pathLst>
                <a:path w="292100" h="598169">
                  <a:moveTo>
                    <a:pt x="162560" y="0"/>
                  </a:moveTo>
                  <a:lnTo>
                    <a:pt x="156210" y="1270"/>
                  </a:lnTo>
                  <a:lnTo>
                    <a:pt x="151129" y="1270"/>
                  </a:lnTo>
                  <a:lnTo>
                    <a:pt x="143510" y="3810"/>
                  </a:lnTo>
                  <a:lnTo>
                    <a:pt x="137160" y="6350"/>
                  </a:lnTo>
                  <a:lnTo>
                    <a:pt x="130810" y="11430"/>
                  </a:lnTo>
                  <a:lnTo>
                    <a:pt x="123189" y="15239"/>
                  </a:lnTo>
                  <a:lnTo>
                    <a:pt x="116839" y="20320"/>
                  </a:lnTo>
                  <a:lnTo>
                    <a:pt x="110489" y="24130"/>
                  </a:lnTo>
                  <a:lnTo>
                    <a:pt x="104139" y="31750"/>
                  </a:lnTo>
                  <a:lnTo>
                    <a:pt x="100329" y="35560"/>
                  </a:lnTo>
                  <a:lnTo>
                    <a:pt x="96520" y="40639"/>
                  </a:lnTo>
                  <a:lnTo>
                    <a:pt x="95250" y="48260"/>
                  </a:lnTo>
                  <a:lnTo>
                    <a:pt x="1270" y="467360"/>
                  </a:lnTo>
                  <a:lnTo>
                    <a:pt x="0" y="476250"/>
                  </a:lnTo>
                  <a:lnTo>
                    <a:pt x="0" y="491489"/>
                  </a:lnTo>
                  <a:lnTo>
                    <a:pt x="1270" y="500380"/>
                  </a:lnTo>
                  <a:lnTo>
                    <a:pt x="3810" y="504189"/>
                  </a:lnTo>
                  <a:lnTo>
                    <a:pt x="6350" y="510539"/>
                  </a:lnTo>
                  <a:lnTo>
                    <a:pt x="8889" y="515620"/>
                  </a:lnTo>
                  <a:lnTo>
                    <a:pt x="15239" y="520700"/>
                  </a:lnTo>
                  <a:lnTo>
                    <a:pt x="21589" y="527050"/>
                  </a:lnTo>
                  <a:lnTo>
                    <a:pt x="30479" y="532130"/>
                  </a:lnTo>
                  <a:lnTo>
                    <a:pt x="36829" y="537210"/>
                  </a:lnTo>
                  <a:lnTo>
                    <a:pt x="140970" y="598170"/>
                  </a:lnTo>
                  <a:lnTo>
                    <a:pt x="138429" y="585470"/>
                  </a:lnTo>
                  <a:lnTo>
                    <a:pt x="140970" y="580389"/>
                  </a:lnTo>
                  <a:lnTo>
                    <a:pt x="142239" y="574039"/>
                  </a:lnTo>
                  <a:lnTo>
                    <a:pt x="144779" y="568960"/>
                  </a:lnTo>
                  <a:lnTo>
                    <a:pt x="148589" y="563880"/>
                  </a:lnTo>
                  <a:lnTo>
                    <a:pt x="152400" y="561339"/>
                  </a:lnTo>
                  <a:lnTo>
                    <a:pt x="38100" y="492760"/>
                  </a:lnTo>
                  <a:lnTo>
                    <a:pt x="34289" y="490220"/>
                  </a:lnTo>
                  <a:lnTo>
                    <a:pt x="31750" y="487680"/>
                  </a:lnTo>
                  <a:lnTo>
                    <a:pt x="31750" y="485139"/>
                  </a:lnTo>
                  <a:lnTo>
                    <a:pt x="30479" y="478789"/>
                  </a:lnTo>
                  <a:lnTo>
                    <a:pt x="30479" y="473710"/>
                  </a:lnTo>
                  <a:lnTo>
                    <a:pt x="87629" y="224789"/>
                  </a:lnTo>
                  <a:lnTo>
                    <a:pt x="92710" y="214630"/>
                  </a:lnTo>
                  <a:lnTo>
                    <a:pt x="99060" y="207010"/>
                  </a:lnTo>
                  <a:lnTo>
                    <a:pt x="107950" y="198120"/>
                  </a:lnTo>
                  <a:lnTo>
                    <a:pt x="114300" y="190500"/>
                  </a:lnTo>
                  <a:lnTo>
                    <a:pt x="292100" y="77470"/>
                  </a:lnTo>
                  <a:lnTo>
                    <a:pt x="290829" y="72389"/>
                  </a:lnTo>
                  <a:lnTo>
                    <a:pt x="288290" y="67310"/>
                  </a:lnTo>
                  <a:lnTo>
                    <a:pt x="189229" y="7620"/>
                  </a:lnTo>
                  <a:lnTo>
                    <a:pt x="168910" y="127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5" name="CustomShape 10"/>
            <p:cNvSpPr/>
            <p:nvPr/>
          </p:nvSpPr>
          <p:spPr>
            <a:xfrm>
              <a:off x="6311880" y="1247040"/>
              <a:ext cx="291240" cy="597600"/>
            </a:xfrm>
            <a:custGeom>
              <a:avLst/>
              <a:gdLst/>
              <a:ahLst/>
              <a:rect l="l" t="t" r="r" b="b"/>
              <a:pathLst>
                <a:path w="292100" h="598169">
                  <a:moveTo>
                    <a:pt x="292100" y="77470"/>
                  </a:moveTo>
                  <a:lnTo>
                    <a:pt x="198120" y="12700"/>
                  </a:lnTo>
                  <a:lnTo>
                    <a:pt x="189229" y="7620"/>
                  </a:lnTo>
                  <a:lnTo>
                    <a:pt x="182879" y="5080"/>
                  </a:lnTo>
                  <a:lnTo>
                    <a:pt x="173989" y="2539"/>
                  </a:lnTo>
                  <a:lnTo>
                    <a:pt x="168910" y="1270"/>
                  </a:lnTo>
                  <a:lnTo>
                    <a:pt x="162560" y="0"/>
                  </a:lnTo>
                  <a:lnTo>
                    <a:pt x="156210" y="1270"/>
                  </a:lnTo>
                  <a:lnTo>
                    <a:pt x="151129" y="1270"/>
                  </a:lnTo>
                  <a:lnTo>
                    <a:pt x="143510" y="3810"/>
                  </a:lnTo>
                  <a:lnTo>
                    <a:pt x="137160" y="6350"/>
                  </a:lnTo>
                  <a:lnTo>
                    <a:pt x="130810" y="11430"/>
                  </a:lnTo>
                  <a:lnTo>
                    <a:pt x="123189" y="15239"/>
                  </a:lnTo>
                  <a:lnTo>
                    <a:pt x="116839" y="20320"/>
                  </a:lnTo>
                  <a:lnTo>
                    <a:pt x="110489" y="24130"/>
                  </a:lnTo>
                  <a:lnTo>
                    <a:pt x="104139" y="31750"/>
                  </a:lnTo>
                  <a:lnTo>
                    <a:pt x="100329" y="35560"/>
                  </a:lnTo>
                  <a:lnTo>
                    <a:pt x="96520" y="40639"/>
                  </a:lnTo>
                  <a:lnTo>
                    <a:pt x="95250" y="48260"/>
                  </a:lnTo>
                  <a:lnTo>
                    <a:pt x="1270" y="467360"/>
                  </a:lnTo>
                  <a:lnTo>
                    <a:pt x="0" y="476250"/>
                  </a:lnTo>
                  <a:lnTo>
                    <a:pt x="0" y="480060"/>
                  </a:lnTo>
                  <a:lnTo>
                    <a:pt x="0" y="486410"/>
                  </a:lnTo>
                  <a:lnTo>
                    <a:pt x="0" y="491489"/>
                  </a:lnTo>
                  <a:lnTo>
                    <a:pt x="1270" y="500380"/>
                  </a:lnTo>
                  <a:lnTo>
                    <a:pt x="3810" y="504189"/>
                  </a:lnTo>
                  <a:lnTo>
                    <a:pt x="6350" y="510539"/>
                  </a:lnTo>
                  <a:lnTo>
                    <a:pt x="8889" y="515620"/>
                  </a:lnTo>
                  <a:lnTo>
                    <a:pt x="15239" y="520700"/>
                  </a:lnTo>
                  <a:lnTo>
                    <a:pt x="21589" y="527050"/>
                  </a:lnTo>
                  <a:lnTo>
                    <a:pt x="30479" y="532130"/>
                  </a:lnTo>
                  <a:lnTo>
                    <a:pt x="36829" y="537210"/>
                  </a:lnTo>
                  <a:lnTo>
                    <a:pt x="140970" y="598170"/>
                  </a:lnTo>
                  <a:lnTo>
                    <a:pt x="139700" y="591820"/>
                  </a:lnTo>
                  <a:lnTo>
                    <a:pt x="138429" y="585470"/>
                  </a:lnTo>
                  <a:lnTo>
                    <a:pt x="140970" y="580389"/>
                  </a:lnTo>
                  <a:lnTo>
                    <a:pt x="142239" y="574039"/>
                  </a:lnTo>
                  <a:lnTo>
                    <a:pt x="144779" y="568960"/>
                  </a:lnTo>
                  <a:lnTo>
                    <a:pt x="148589" y="563880"/>
                  </a:lnTo>
                  <a:lnTo>
                    <a:pt x="152400" y="561339"/>
                  </a:lnTo>
                  <a:lnTo>
                    <a:pt x="38100" y="492760"/>
                  </a:lnTo>
                  <a:lnTo>
                    <a:pt x="34289" y="490220"/>
                  </a:lnTo>
                  <a:lnTo>
                    <a:pt x="31750" y="487680"/>
                  </a:lnTo>
                  <a:lnTo>
                    <a:pt x="31750" y="485139"/>
                  </a:lnTo>
                  <a:lnTo>
                    <a:pt x="30479" y="478789"/>
                  </a:lnTo>
                  <a:lnTo>
                    <a:pt x="30479" y="473710"/>
                  </a:lnTo>
                  <a:lnTo>
                    <a:pt x="87629" y="224789"/>
                  </a:lnTo>
                  <a:lnTo>
                    <a:pt x="92710" y="214630"/>
                  </a:lnTo>
                  <a:lnTo>
                    <a:pt x="99060" y="207010"/>
                  </a:lnTo>
                  <a:lnTo>
                    <a:pt x="107950" y="198120"/>
                  </a:lnTo>
                  <a:lnTo>
                    <a:pt x="114300" y="190500"/>
                  </a:lnTo>
                  <a:lnTo>
                    <a:pt x="292100" y="7747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92100" y="598170"/>
                  </a:moveTo>
                  <a:lnTo>
                    <a:pt x="292100" y="59817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CustomShape 11"/>
            <p:cNvSpPr/>
            <p:nvPr/>
          </p:nvSpPr>
          <p:spPr>
            <a:xfrm>
              <a:off x="6432480" y="1258560"/>
              <a:ext cx="178200" cy="258480"/>
            </a:xfrm>
            <a:custGeom>
              <a:avLst/>
              <a:gdLst/>
              <a:ahLst/>
              <a:rect l="l" t="t" r="r" b="b"/>
              <a:pathLst>
                <a:path w="179070" h="259080">
                  <a:moveTo>
                    <a:pt x="48260" y="0"/>
                  </a:moveTo>
                  <a:lnTo>
                    <a:pt x="44450" y="0"/>
                  </a:lnTo>
                  <a:lnTo>
                    <a:pt x="39370" y="1269"/>
                  </a:lnTo>
                  <a:lnTo>
                    <a:pt x="34289" y="3809"/>
                  </a:lnTo>
                  <a:lnTo>
                    <a:pt x="31750" y="7619"/>
                  </a:lnTo>
                  <a:lnTo>
                    <a:pt x="27939" y="15239"/>
                  </a:lnTo>
                  <a:lnTo>
                    <a:pt x="0" y="165100"/>
                  </a:lnTo>
                  <a:lnTo>
                    <a:pt x="0" y="180339"/>
                  </a:lnTo>
                  <a:lnTo>
                    <a:pt x="107950" y="251459"/>
                  </a:lnTo>
                  <a:lnTo>
                    <a:pt x="130809" y="259079"/>
                  </a:lnTo>
                  <a:lnTo>
                    <a:pt x="135890" y="259079"/>
                  </a:lnTo>
                  <a:lnTo>
                    <a:pt x="142240" y="257809"/>
                  </a:lnTo>
                  <a:lnTo>
                    <a:pt x="146050" y="251459"/>
                  </a:lnTo>
                  <a:lnTo>
                    <a:pt x="148590" y="242569"/>
                  </a:lnTo>
                  <a:lnTo>
                    <a:pt x="151129" y="231139"/>
                  </a:lnTo>
                  <a:lnTo>
                    <a:pt x="166370" y="165100"/>
                  </a:lnTo>
                  <a:lnTo>
                    <a:pt x="176529" y="100329"/>
                  </a:lnTo>
                  <a:lnTo>
                    <a:pt x="179070" y="85089"/>
                  </a:lnTo>
                  <a:lnTo>
                    <a:pt x="179070" y="80009"/>
                  </a:lnTo>
                  <a:lnTo>
                    <a:pt x="173990" y="69850"/>
                  </a:lnTo>
                  <a:lnTo>
                    <a:pt x="167640" y="62229"/>
                  </a:lnTo>
                  <a:lnTo>
                    <a:pt x="158750" y="54609"/>
                  </a:lnTo>
                  <a:lnTo>
                    <a:pt x="146050" y="48259"/>
                  </a:lnTo>
                  <a:lnTo>
                    <a:pt x="113029" y="29209"/>
                  </a:lnTo>
                  <a:lnTo>
                    <a:pt x="77470" y="10159"/>
                  </a:lnTo>
                  <a:lnTo>
                    <a:pt x="64770" y="3809"/>
                  </a:lnTo>
                  <a:lnTo>
                    <a:pt x="55879" y="1269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CustomShape 12"/>
            <p:cNvSpPr/>
            <p:nvPr/>
          </p:nvSpPr>
          <p:spPr>
            <a:xfrm>
              <a:off x="6432480" y="1258560"/>
              <a:ext cx="178200" cy="258480"/>
            </a:xfrm>
            <a:custGeom>
              <a:avLst/>
              <a:gdLst/>
              <a:ahLst/>
              <a:rect l="l" t="t" r="r" b="b"/>
              <a:pathLst>
                <a:path w="179070" h="259080">
                  <a:moveTo>
                    <a:pt x="173990" y="69850"/>
                  </a:moveTo>
                  <a:lnTo>
                    <a:pt x="167640" y="62229"/>
                  </a:lnTo>
                  <a:lnTo>
                    <a:pt x="158750" y="54609"/>
                  </a:lnTo>
                  <a:lnTo>
                    <a:pt x="146050" y="48259"/>
                  </a:lnTo>
                  <a:lnTo>
                    <a:pt x="113029" y="29209"/>
                  </a:lnTo>
                  <a:lnTo>
                    <a:pt x="77470" y="10159"/>
                  </a:lnTo>
                  <a:lnTo>
                    <a:pt x="64770" y="3809"/>
                  </a:lnTo>
                  <a:lnTo>
                    <a:pt x="55879" y="1269"/>
                  </a:lnTo>
                  <a:lnTo>
                    <a:pt x="48260" y="0"/>
                  </a:lnTo>
                  <a:lnTo>
                    <a:pt x="44450" y="0"/>
                  </a:lnTo>
                  <a:lnTo>
                    <a:pt x="0" y="165100"/>
                  </a:lnTo>
                  <a:lnTo>
                    <a:pt x="0" y="171450"/>
                  </a:lnTo>
                  <a:lnTo>
                    <a:pt x="0" y="180339"/>
                  </a:lnTo>
                  <a:lnTo>
                    <a:pt x="107950" y="251459"/>
                  </a:lnTo>
                  <a:lnTo>
                    <a:pt x="130809" y="259079"/>
                  </a:lnTo>
                  <a:lnTo>
                    <a:pt x="135890" y="259079"/>
                  </a:lnTo>
                  <a:lnTo>
                    <a:pt x="142240" y="257809"/>
                  </a:lnTo>
                  <a:lnTo>
                    <a:pt x="146050" y="251459"/>
                  </a:lnTo>
                  <a:lnTo>
                    <a:pt x="148590" y="242569"/>
                  </a:lnTo>
                  <a:lnTo>
                    <a:pt x="151129" y="231139"/>
                  </a:lnTo>
                  <a:lnTo>
                    <a:pt x="166370" y="165100"/>
                  </a:lnTo>
                  <a:lnTo>
                    <a:pt x="176529" y="100329"/>
                  </a:lnTo>
                  <a:lnTo>
                    <a:pt x="179070" y="85089"/>
                  </a:lnTo>
                  <a:lnTo>
                    <a:pt x="179070" y="80009"/>
                  </a:lnTo>
                  <a:lnTo>
                    <a:pt x="176529" y="74929"/>
                  </a:lnTo>
                  <a:lnTo>
                    <a:pt x="173990" y="6985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179070" y="259079"/>
                  </a:moveTo>
                  <a:lnTo>
                    <a:pt x="179070" y="25907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8" name="CustomShape 13"/>
            <p:cNvSpPr/>
            <p:nvPr/>
          </p:nvSpPr>
          <p:spPr>
            <a:xfrm>
              <a:off x="6333480" y="1440360"/>
              <a:ext cx="237960" cy="340920"/>
            </a:xfrm>
            <a:custGeom>
              <a:avLst/>
              <a:gdLst/>
              <a:ahLst/>
              <a:rect l="l" t="t" r="r" b="b"/>
              <a:pathLst>
                <a:path w="238759" h="341630">
                  <a:moveTo>
                    <a:pt x="93980" y="0"/>
                  </a:moveTo>
                  <a:lnTo>
                    <a:pt x="62230" y="6350"/>
                  </a:lnTo>
                  <a:lnTo>
                    <a:pt x="0" y="287020"/>
                  </a:lnTo>
                  <a:lnTo>
                    <a:pt x="151130" y="341630"/>
                  </a:lnTo>
                  <a:lnTo>
                    <a:pt x="207010" y="110490"/>
                  </a:lnTo>
                  <a:lnTo>
                    <a:pt x="210819" y="101600"/>
                  </a:lnTo>
                  <a:lnTo>
                    <a:pt x="215900" y="95250"/>
                  </a:lnTo>
                  <a:lnTo>
                    <a:pt x="219710" y="93980"/>
                  </a:lnTo>
                  <a:lnTo>
                    <a:pt x="227330" y="90170"/>
                  </a:lnTo>
                  <a:lnTo>
                    <a:pt x="236815" y="85954"/>
                  </a:lnTo>
                  <a:lnTo>
                    <a:pt x="93980" y="0"/>
                  </a:lnTo>
                  <a:close/>
                  <a:moveTo>
                    <a:pt x="238760" y="85090"/>
                  </a:moveTo>
                  <a:lnTo>
                    <a:pt x="236815" y="85954"/>
                  </a:lnTo>
                  <a:lnTo>
                    <a:pt x="237489" y="86360"/>
                  </a:lnTo>
                  <a:lnTo>
                    <a:pt x="238760" y="85090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9" name="CustomShape 14"/>
            <p:cNvSpPr/>
            <p:nvPr/>
          </p:nvSpPr>
          <p:spPr>
            <a:xfrm>
              <a:off x="6333480" y="1440360"/>
              <a:ext cx="237960" cy="340920"/>
            </a:xfrm>
            <a:custGeom>
              <a:avLst/>
              <a:gdLst/>
              <a:ahLst/>
              <a:rect l="l" t="t" r="r" b="b"/>
              <a:pathLst>
                <a:path w="238759" h="341630">
                  <a:moveTo>
                    <a:pt x="237489" y="86360"/>
                  </a:moveTo>
                  <a:lnTo>
                    <a:pt x="238760" y="85090"/>
                  </a:lnTo>
                  <a:lnTo>
                    <a:pt x="227330" y="90170"/>
                  </a:lnTo>
                  <a:lnTo>
                    <a:pt x="219710" y="93980"/>
                  </a:lnTo>
                  <a:lnTo>
                    <a:pt x="215900" y="95250"/>
                  </a:lnTo>
                  <a:lnTo>
                    <a:pt x="210819" y="101600"/>
                  </a:lnTo>
                  <a:lnTo>
                    <a:pt x="207010" y="110490"/>
                  </a:lnTo>
                  <a:lnTo>
                    <a:pt x="151130" y="341630"/>
                  </a:lnTo>
                  <a:lnTo>
                    <a:pt x="0" y="287020"/>
                  </a:lnTo>
                  <a:lnTo>
                    <a:pt x="62230" y="6350"/>
                  </a:lnTo>
                  <a:lnTo>
                    <a:pt x="93980" y="0"/>
                  </a:lnTo>
                  <a:lnTo>
                    <a:pt x="237489" y="86360"/>
                  </a:lnTo>
                  <a:close/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CustomShape 15"/>
            <p:cNvSpPr/>
            <p:nvPr/>
          </p:nvSpPr>
          <p:spPr>
            <a:xfrm>
              <a:off x="6473880" y="1315080"/>
              <a:ext cx="117720" cy="13788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CustomShape 16"/>
            <p:cNvSpPr/>
            <p:nvPr/>
          </p:nvSpPr>
          <p:spPr>
            <a:xfrm>
              <a:off x="6458040" y="17272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9050" y="27939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CustomShape 17"/>
            <p:cNvSpPr/>
            <p:nvPr/>
          </p:nvSpPr>
          <p:spPr>
            <a:xfrm>
              <a:off x="6458040" y="17272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29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1589"/>
                  </a:lnTo>
                  <a:lnTo>
                    <a:pt x="19050" y="27939"/>
                  </a:lnTo>
                  <a:lnTo>
                    <a:pt x="11429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39"/>
                  </a:moveTo>
                  <a:lnTo>
                    <a:pt x="24129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CustomShape 18"/>
            <p:cNvSpPr/>
            <p:nvPr/>
          </p:nvSpPr>
          <p:spPr>
            <a:xfrm>
              <a:off x="6424920" y="1492200"/>
              <a:ext cx="20880" cy="28440"/>
            </a:xfrm>
            <a:custGeom>
              <a:avLst/>
              <a:gdLst/>
              <a:ahLst/>
              <a:rect l="l" t="t" r="r" b="b"/>
              <a:pathLst>
                <a:path w="21589" h="29209">
                  <a:moveTo>
                    <a:pt x="1651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6510" y="29210"/>
                  </a:lnTo>
                  <a:lnTo>
                    <a:pt x="21590" y="22860"/>
                  </a:lnTo>
                  <a:lnTo>
                    <a:pt x="21590" y="6350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CustomShape 19"/>
            <p:cNvSpPr/>
            <p:nvPr/>
          </p:nvSpPr>
          <p:spPr>
            <a:xfrm>
              <a:off x="6424920" y="149220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09">
                  <a:moveTo>
                    <a:pt x="10160" y="0"/>
                  </a:moveTo>
                  <a:lnTo>
                    <a:pt x="16510" y="0"/>
                  </a:lnTo>
                  <a:lnTo>
                    <a:pt x="21590" y="6350"/>
                  </a:lnTo>
                  <a:lnTo>
                    <a:pt x="21590" y="13970"/>
                  </a:lnTo>
                  <a:lnTo>
                    <a:pt x="21590" y="22860"/>
                  </a:lnTo>
                  <a:lnTo>
                    <a:pt x="16510" y="29210"/>
                  </a:lnTo>
                  <a:lnTo>
                    <a:pt x="1016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016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60" y="29210"/>
                  </a:moveTo>
                  <a:lnTo>
                    <a:pt x="2286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CustomShape 20"/>
            <p:cNvSpPr/>
            <p:nvPr/>
          </p:nvSpPr>
          <p:spPr>
            <a:xfrm>
              <a:off x="6465600" y="151020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9050" y="0"/>
                  </a:moveTo>
                  <a:lnTo>
                    <a:pt x="6350" y="0"/>
                  </a:lnTo>
                  <a:lnTo>
                    <a:pt x="0" y="5080"/>
                  </a:lnTo>
                  <a:lnTo>
                    <a:pt x="0" y="21590"/>
                  </a:lnTo>
                  <a:lnTo>
                    <a:pt x="6350" y="27940"/>
                  </a:lnTo>
                  <a:lnTo>
                    <a:pt x="19050" y="27940"/>
                  </a:lnTo>
                  <a:lnTo>
                    <a:pt x="24129" y="21590"/>
                  </a:lnTo>
                  <a:lnTo>
                    <a:pt x="24129" y="508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CustomShape 21"/>
            <p:cNvSpPr/>
            <p:nvPr/>
          </p:nvSpPr>
          <p:spPr>
            <a:xfrm>
              <a:off x="6465600" y="151020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2700" y="0"/>
                  </a:moveTo>
                  <a:lnTo>
                    <a:pt x="19050" y="0"/>
                  </a:lnTo>
                  <a:lnTo>
                    <a:pt x="24129" y="5080"/>
                  </a:lnTo>
                  <a:lnTo>
                    <a:pt x="24129" y="13970"/>
                  </a:lnTo>
                  <a:lnTo>
                    <a:pt x="24129" y="21590"/>
                  </a:lnTo>
                  <a:lnTo>
                    <a:pt x="19050" y="27940"/>
                  </a:lnTo>
                  <a:lnTo>
                    <a:pt x="12700" y="27940"/>
                  </a:lnTo>
                  <a:lnTo>
                    <a:pt x="6350" y="27940"/>
                  </a:lnTo>
                  <a:lnTo>
                    <a:pt x="0" y="21590"/>
                  </a:lnTo>
                  <a:lnTo>
                    <a:pt x="0" y="13970"/>
                  </a:lnTo>
                  <a:lnTo>
                    <a:pt x="0" y="5080"/>
                  </a:lnTo>
                  <a:lnTo>
                    <a:pt x="6350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40"/>
                  </a:moveTo>
                  <a:lnTo>
                    <a:pt x="24129" y="2794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CustomShape 22"/>
            <p:cNvSpPr/>
            <p:nvPr/>
          </p:nvSpPr>
          <p:spPr>
            <a:xfrm>
              <a:off x="6506280" y="152892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9050" y="0"/>
                  </a:moveTo>
                  <a:lnTo>
                    <a:pt x="5080" y="0"/>
                  </a:lnTo>
                  <a:lnTo>
                    <a:pt x="0" y="5080"/>
                  </a:lnTo>
                  <a:lnTo>
                    <a:pt x="0" y="21590"/>
                  </a:lnTo>
                  <a:lnTo>
                    <a:pt x="5080" y="27940"/>
                  </a:lnTo>
                  <a:lnTo>
                    <a:pt x="19050" y="27940"/>
                  </a:lnTo>
                  <a:lnTo>
                    <a:pt x="24130" y="21590"/>
                  </a:lnTo>
                  <a:lnTo>
                    <a:pt x="24130" y="508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CustomShape 23"/>
            <p:cNvSpPr/>
            <p:nvPr/>
          </p:nvSpPr>
          <p:spPr>
            <a:xfrm>
              <a:off x="6506280" y="1528920"/>
              <a:ext cx="24840" cy="27360"/>
            </a:xfrm>
            <a:custGeom>
              <a:avLst/>
              <a:gdLst/>
              <a:ahLst/>
              <a:rect l="l" t="t" r="r" b="b"/>
              <a:pathLst>
                <a:path w="25400" h="27940">
                  <a:moveTo>
                    <a:pt x="12700" y="0"/>
                  </a:moveTo>
                  <a:lnTo>
                    <a:pt x="19050" y="0"/>
                  </a:lnTo>
                  <a:lnTo>
                    <a:pt x="24130" y="5080"/>
                  </a:lnTo>
                  <a:lnTo>
                    <a:pt x="24130" y="13970"/>
                  </a:lnTo>
                  <a:lnTo>
                    <a:pt x="24130" y="21590"/>
                  </a:lnTo>
                  <a:lnTo>
                    <a:pt x="19050" y="27940"/>
                  </a:lnTo>
                  <a:lnTo>
                    <a:pt x="12700" y="27940"/>
                  </a:lnTo>
                  <a:lnTo>
                    <a:pt x="5080" y="27940"/>
                  </a:lnTo>
                  <a:lnTo>
                    <a:pt x="0" y="21590"/>
                  </a:lnTo>
                  <a:lnTo>
                    <a:pt x="0" y="13970"/>
                  </a:lnTo>
                  <a:lnTo>
                    <a:pt x="0" y="5080"/>
                  </a:lnTo>
                  <a:lnTo>
                    <a:pt x="5080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5400" y="27940"/>
                  </a:moveTo>
                  <a:lnTo>
                    <a:pt x="25400" y="2794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CustomShape 24"/>
            <p:cNvSpPr/>
            <p:nvPr/>
          </p:nvSpPr>
          <p:spPr>
            <a:xfrm>
              <a:off x="6413400" y="15328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7779" y="27939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CustomShape 25"/>
            <p:cNvSpPr/>
            <p:nvPr/>
          </p:nvSpPr>
          <p:spPr>
            <a:xfrm>
              <a:off x="6413400" y="15328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1429" y="0"/>
                  </a:moveTo>
                  <a:lnTo>
                    <a:pt x="17779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1589"/>
                  </a:lnTo>
                  <a:lnTo>
                    <a:pt x="17779" y="27939"/>
                  </a:lnTo>
                  <a:lnTo>
                    <a:pt x="11429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39"/>
                  </a:moveTo>
                  <a:lnTo>
                    <a:pt x="24129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CustomShape 26"/>
            <p:cNvSpPr/>
            <p:nvPr/>
          </p:nvSpPr>
          <p:spPr>
            <a:xfrm>
              <a:off x="6456600" y="1549440"/>
              <a:ext cx="22320" cy="27360"/>
            </a:xfrm>
            <a:custGeom>
              <a:avLst/>
              <a:gdLst/>
              <a:ahLst/>
              <a:rect l="l" t="t" r="r" b="b"/>
              <a:pathLst>
                <a:path w="22860" h="27940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7939"/>
                  </a:lnTo>
                  <a:lnTo>
                    <a:pt x="17780" y="27939"/>
                  </a:lnTo>
                  <a:lnTo>
                    <a:pt x="22860" y="21589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CustomShape 27"/>
            <p:cNvSpPr/>
            <p:nvPr/>
          </p:nvSpPr>
          <p:spPr>
            <a:xfrm>
              <a:off x="6456600" y="154944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40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1589"/>
                  </a:lnTo>
                  <a:lnTo>
                    <a:pt x="17780" y="27939"/>
                  </a:lnTo>
                  <a:lnTo>
                    <a:pt x="11430" y="27939"/>
                  </a:lnTo>
                  <a:lnTo>
                    <a:pt x="5080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7939"/>
                  </a:moveTo>
                  <a:lnTo>
                    <a:pt x="24130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CustomShape 28"/>
            <p:cNvSpPr/>
            <p:nvPr/>
          </p:nvSpPr>
          <p:spPr>
            <a:xfrm>
              <a:off x="6497280" y="1568520"/>
              <a:ext cx="22320" cy="27360"/>
            </a:xfrm>
            <a:custGeom>
              <a:avLst/>
              <a:gdLst/>
              <a:ahLst/>
              <a:rect l="l" t="t" r="r" b="b"/>
              <a:pathLst>
                <a:path w="22859" h="27940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7779" y="27939"/>
                  </a:lnTo>
                  <a:lnTo>
                    <a:pt x="22859" y="21589"/>
                  </a:lnTo>
                  <a:lnTo>
                    <a:pt x="2285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CustomShape 29"/>
            <p:cNvSpPr/>
            <p:nvPr/>
          </p:nvSpPr>
          <p:spPr>
            <a:xfrm>
              <a:off x="6497280" y="1568520"/>
              <a:ext cx="22320" cy="27360"/>
            </a:xfrm>
            <a:custGeom>
              <a:avLst/>
              <a:gdLst/>
              <a:ahLst/>
              <a:rect l="l" t="t" r="r" b="b"/>
              <a:pathLst>
                <a:path w="22859" h="27940">
                  <a:moveTo>
                    <a:pt x="11429" y="0"/>
                  </a:moveTo>
                  <a:lnTo>
                    <a:pt x="17779" y="0"/>
                  </a:lnTo>
                  <a:lnTo>
                    <a:pt x="22859" y="6350"/>
                  </a:lnTo>
                  <a:lnTo>
                    <a:pt x="22859" y="13970"/>
                  </a:lnTo>
                  <a:lnTo>
                    <a:pt x="22859" y="21589"/>
                  </a:lnTo>
                  <a:lnTo>
                    <a:pt x="17779" y="27939"/>
                  </a:lnTo>
                  <a:lnTo>
                    <a:pt x="11429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59" y="27939"/>
                  </a:moveTo>
                  <a:lnTo>
                    <a:pt x="22859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CustomShape 30"/>
            <p:cNvSpPr/>
            <p:nvPr/>
          </p:nvSpPr>
          <p:spPr>
            <a:xfrm>
              <a:off x="6402240" y="157104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79" y="29210"/>
                  </a:lnTo>
                  <a:lnTo>
                    <a:pt x="19050" y="29210"/>
                  </a:lnTo>
                  <a:lnTo>
                    <a:pt x="24129" y="22860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CustomShape 31"/>
            <p:cNvSpPr/>
            <p:nvPr/>
          </p:nvSpPr>
          <p:spPr>
            <a:xfrm>
              <a:off x="6402240" y="157104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29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3970"/>
                  </a:lnTo>
                  <a:lnTo>
                    <a:pt x="24129" y="22860"/>
                  </a:lnTo>
                  <a:lnTo>
                    <a:pt x="19050" y="29210"/>
                  </a:lnTo>
                  <a:lnTo>
                    <a:pt x="11429" y="29210"/>
                  </a:lnTo>
                  <a:lnTo>
                    <a:pt x="5079" y="29210"/>
                  </a:lnTo>
                  <a:lnTo>
                    <a:pt x="0" y="2286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10"/>
                  </a:moveTo>
                  <a:lnTo>
                    <a:pt x="24129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CustomShape 32"/>
            <p:cNvSpPr/>
            <p:nvPr/>
          </p:nvSpPr>
          <p:spPr>
            <a:xfrm>
              <a:off x="6445080" y="158868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7779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2859"/>
                  </a:lnTo>
                  <a:lnTo>
                    <a:pt x="5079" y="29209"/>
                  </a:lnTo>
                  <a:lnTo>
                    <a:pt x="17779" y="29209"/>
                  </a:lnTo>
                  <a:lnTo>
                    <a:pt x="24129" y="22859"/>
                  </a:lnTo>
                  <a:lnTo>
                    <a:pt x="24129" y="635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CustomShape 33"/>
            <p:cNvSpPr/>
            <p:nvPr/>
          </p:nvSpPr>
          <p:spPr>
            <a:xfrm>
              <a:off x="6445080" y="158868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09">
                  <a:moveTo>
                    <a:pt x="11429" y="0"/>
                  </a:moveTo>
                  <a:lnTo>
                    <a:pt x="17779" y="0"/>
                  </a:lnTo>
                  <a:lnTo>
                    <a:pt x="24129" y="6350"/>
                  </a:lnTo>
                  <a:lnTo>
                    <a:pt x="24129" y="15239"/>
                  </a:lnTo>
                  <a:lnTo>
                    <a:pt x="24129" y="22859"/>
                  </a:lnTo>
                  <a:lnTo>
                    <a:pt x="17779" y="29209"/>
                  </a:lnTo>
                  <a:lnTo>
                    <a:pt x="11429" y="29209"/>
                  </a:lnTo>
                  <a:lnTo>
                    <a:pt x="5079" y="29209"/>
                  </a:lnTo>
                  <a:lnTo>
                    <a:pt x="0" y="22859"/>
                  </a:lnTo>
                  <a:lnTo>
                    <a:pt x="0" y="1523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09"/>
                  </a:moveTo>
                  <a:lnTo>
                    <a:pt x="24129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CustomShape 34"/>
            <p:cNvSpPr/>
            <p:nvPr/>
          </p:nvSpPr>
          <p:spPr>
            <a:xfrm>
              <a:off x="6485760" y="160776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6350" y="27939"/>
                  </a:lnTo>
                  <a:lnTo>
                    <a:pt x="19050" y="27939"/>
                  </a:lnTo>
                  <a:lnTo>
                    <a:pt x="24130" y="21589"/>
                  </a:lnTo>
                  <a:lnTo>
                    <a:pt x="24130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CustomShape 35"/>
            <p:cNvSpPr/>
            <p:nvPr/>
          </p:nvSpPr>
          <p:spPr>
            <a:xfrm>
              <a:off x="6485760" y="160776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10">
                  <a:moveTo>
                    <a:pt x="12700" y="0"/>
                  </a:moveTo>
                  <a:lnTo>
                    <a:pt x="19050" y="0"/>
                  </a:lnTo>
                  <a:lnTo>
                    <a:pt x="24130" y="6350"/>
                  </a:lnTo>
                  <a:lnTo>
                    <a:pt x="24130" y="13969"/>
                  </a:lnTo>
                  <a:lnTo>
                    <a:pt x="24130" y="21589"/>
                  </a:lnTo>
                  <a:lnTo>
                    <a:pt x="19050" y="27939"/>
                  </a:lnTo>
                  <a:lnTo>
                    <a:pt x="12700" y="27939"/>
                  </a:lnTo>
                  <a:lnTo>
                    <a:pt x="6350" y="27939"/>
                  </a:lnTo>
                  <a:lnTo>
                    <a:pt x="0" y="21589"/>
                  </a:lnTo>
                  <a:lnTo>
                    <a:pt x="0" y="13969"/>
                  </a:lnTo>
                  <a:lnTo>
                    <a:pt x="0" y="6350"/>
                  </a:lnTo>
                  <a:lnTo>
                    <a:pt x="6350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9209"/>
                  </a:moveTo>
                  <a:lnTo>
                    <a:pt x="24130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CustomShape 36"/>
            <p:cNvSpPr/>
            <p:nvPr/>
          </p:nvSpPr>
          <p:spPr>
            <a:xfrm>
              <a:off x="6393240" y="1612800"/>
              <a:ext cx="20880" cy="25920"/>
            </a:xfrm>
            <a:custGeom>
              <a:avLst/>
              <a:gdLst/>
              <a:ahLst/>
              <a:rect l="l" t="t" r="r" b="b"/>
              <a:pathLst>
                <a:path w="21589" h="26669">
                  <a:moveTo>
                    <a:pt x="16510" y="0"/>
                  </a:moveTo>
                  <a:lnTo>
                    <a:pt x="5080" y="0"/>
                  </a:lnTo>
                  <a:lnTo>
                    <a:pt x="0" y="5079"/>
                  </a:lnTo>
                  <a:lnTo>
                    <a:pt x="0" y="20320"/>
                  </a:lnTo>
                  <a:lnTo>
                    <a:pt x="5080" y="26670"/>
                  </a:lnTo>
                  <a:lnTo>
                    <a:pt x="16510" y="26670"/>
                  </a:lnTo>
                  <a:lnTo>
                    <a:pt x="21590" y="20320"/>
                  </a:lnTo>
                  <a:lnTo>
                    <a:pt x="21590" y="5079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CustomShape 37"/>
            <p:cNvSpPr/>
            <p:nvPr/>
          </p:nvSpPr>
          <p:spPr>
            <a:xfrm>
              <a:off x="6393240" y="1612800"/>
              <a:ext cx="22320" cy="25920"/>
            </a:xfrm>
            <a:custGeom>
              <a:avLst/>
              <a:gdLst/>
              <a:ahLst/>
              <a:rect l="l" t="t" r="r" b="b"/>
              <a:pathLst>
                <a:path w="22860" h="26669">
                  <a:moveTo>
                    <a:pt x="11430" y="0"/>
                  </a:moveTo>
                  <a:lnTo>
                    <a:pt x="16510" y="0"/>
                  </a:lnTo>
                  <a:lnTo>
                    <a:pt x="21590" y="5079"/>
                  </a:lnTo>
                  <a:lnTo>
                    <a:pt x="21590" y="12700"/>
                  </a:lnTo>
                  <a:lnTo>
                    <a:pt x="21590" y="20320"/>
                  </a:lnTo>
                  <a:lnTo>
                    <a:pt x="16510" y="26670"/>
                  </a:lnTo>
                  <a:lnTo>
                    <a:pt x="11430" y="26670"/>
                  </a:lnTo>
                  <a:lnTo>
                    <a:pt x="5080" y="26670"/>
                  </a:lnTo>
                  <a:lnTo>
                    <a:pt x="0" y="20320"/>
                  </a:lnTo>
                  <a:lnTo>
                    <a:pt x="0" y="12700"/>
                  </a:lnTo>
                  <a:lnTo>
                    <a:pt x="0" y="5079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60" y="26670"/>
                  </a:moveTo>
                  <a:lnTo>
                    <a:pt x="22860" y="2667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CustomShape 38"/>
            <p:cNvSpPr/>
            <p:nvPr/>
          </p:nvSpPr>
          <p:spPr>
            <a:xfrm>
              <a:off x="6435000" y="162828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10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2860" y="22860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4" name="CustomShape 39"/>
            <p:cNvSpPr/>
            <p:nvPr/>
          </p:nvSpPr>
          <p:spPr>
            <a:xfrm>
              <a:off x="6435000" y="162828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10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5239"/>
                  </a:lnTo>
                  <a:lnTo>
                    <a:pt x="22860" y="22860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5239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2860" y="29210"/>
                  </a:moveTo>
                  <a:lnTo>
                    <a:pt x="2286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5" name="CustomShape 40"/>
            <p:cNvSpPr/>
            <p:nvPr/>
          </p:nvSpPr>
          <p:spPr>
            <a:xfrm>
              <a:off x="6475680" y="1647360"/>
              <a:ext cx="22320" cy="28440"/>
            </a:xfrm>
            <a:custGeom>
              <a:avLst/>
              <a:gdLst/>
              <a:ahLst/>
              <a:rect l="l" t="t" r="r" b="b"/>
              <a:pathLst>
                <a:path w="22860" h="29210">
                  <a:moveTo>
                    <a:pt x="17780" y="0"/>
                  </a:moveTo>
                  <a:lnTo>
                    <a:pt x="5080" y="0"/>
                  </a:lnTo>
                  <a:lnTo>
                    <a:pt x="0" y="7620"/>
                  </a:lnTo>
                  <a:lnTo>
                    <a:pt x="0" y="22860"/>
                  </a:lnTo>
                  <a:lnTo>
                    <a:pt x="5080" y="29210"/>
                  </a:lnTo>
                  <a:lnTo>
                    <a:pt x="17780" y="29210"/>
                  </a:lnTo>
                  <a:lnTo>
                    <a:pt x="22860" y="22860"/>
                  </a:lnTo>
                  <a:lnTo>
                    <a:pt x="22860" y="762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6" name="CustomShape 41"/>
            <p:cNvSpPr/>
            <p:nvPr/>
          </p:nvSpPr>
          <p:spPr>
            <a:xfrm>
              <a:off x="6475680" y="164736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10">
                  <a:moveTo>
                    <a:pt x="11430" y="0"/>
                  </a:moveTo>
                  <a:lnTo>
                    <a:pt x="17780" y="0"/>
                  </a:lnTo>
                  <a:lnTo>
                    <a:pt x="22860" y="7620"/>
                  </a:lnTo>
                  <a:lnTo>
                    <a:pt x="22860" y="15239"/>
                  </a:lnTo>
                  <a:lnTo>
                    <a:pt x="22860" y="22860"/>
                  </a:lnTo>
                  <a:lnTo>
                    <a:pt x="17780" y="29210"/>
                  </a:lnTo>
                  <a:lnTo>
                    <a:pt x="11430" y="29210"/>
                  </a:lnTo>
                  <a:lnTo>
                    <a:pt x="5080" y="29210"/>
                  </a:lnTo>
                  <a:lnTo>
                    <a:pt x="0" y="22860"/>
                  </a:lnTo>
                  <a:lnTo>
                    <a:pt x="0" y="15239"/>
                  </a:lnTo>
                  <a:lnTo>
                    <a:pt x="0" y="762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9210"/>
                  </a:moveTo>
                  <a:lnTo>
                    <a:pt x="24130" y="2921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7" name="CustomShape 42"/>
            <p:cNvSpPr/>
            <p:nvPr/>
          </p:nvSpPr>
          <p:spPr>
            <a:xfrm>
              <a:off x="6383160" y="165240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5079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79" y="27939"/>
                  </a:lnTo>
                  <a:lnTo>
                    <a:pt x="19050" y="27939"/>
                  </a:lnTo>
                  <a:lnTo>
                    <a:pt x="24129" y="21589"/>
                  </a:lnTo>
                  <a:lnTo>
                    <a:pt x="24129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8" name="CustomShape 43"/>
            <p:cNvSpPr/>
            <p:nvPr/>
          </p:nvSpPr>
          <p:spPr>
            <a:xfrm>
              <a:off x="6383160" y="1652400"/>
              <a:ext cx="23400" cy="28440"/>
            </a:xfrm>
            <a:custGeom>
              <a:avLst/>
              <a:gdLst/>
              <a:ahLst/>
              <a:rect l="l" t="t" r="r" b="b"/>
              <a:pathLst>
                <a:path w="24129" h="29210">
                  <a:moveTo>
                    <a:pt x="11429" y="0"/>
                  </a:moveTo>
                  <a:lnTo>
                    <a:pt x="19050" y="0"/>
                  </a:lnTo>
                  <a:lnTo>
                    <a:pt x="24129" y="6350"/>
                  </a:lnTo>
                  <a:lnTo>
                    <a:pt x="24129" y="13969"/>
                  </a:lnTo>
                  <a:lnTo>
                    <a:pt x="24129" y="21589"/>
                  </a:lnTo>
                  <a:lnTo>
                    <a:pt x="19050" y="27939"/>
                  </a:lnTo>
                  <a:lnTo>
                    <a:pt x="11429" y="27939"/>
                  </a:lnTo>
                  <a:lnTo>
                    <a:pt x="5079" y="27939"/>
                  </a:lnTo>
                  <a:lnTo>
                    <a:pt x="0" y="21589"/>
                  </a:lnTo>
                  <a:lnTo>
                    <a:pt x="0" y="13969"/>
                  </a:lnTo>
                  <a:lnTo>
                    <a:pt x="0" y="6350"/>
                  </a:lnTo>
                  <a:lnTo>
                    <a:pt x="5079" y="0"/>
                  </a:lnTo>
                  <a:lnTo>
                    <a:pt x="11429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9209"/>
                  </a:moveTo>
                  <a:lnTo>
                    <a:pt x="24129" y="292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9" name="CustomShape 44"/>
            <p:cNvSpPr/>
            <p:nvPr/>
          </p:nvSpPr>
          <p:spPr>
            <a:xfrm>
              <a:off x="6424920" y="1670040"/>
              <a:ext cx="22320" cy="27360"/>
            </a:xfrm>
            <a:custGeom>
              <a:avLst/>
              <a:gdLst/>
              <a:ahLst/>
              <a:rect l="l" t="t" r="r" b="b"/>
              <a:pathLst>
                <a:path w="22860" h="2793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7939"/>
                  </a:lnTo>
                  <a:lnTo>
                    <a:pt x="17780" y="27939"/>
                  </a:lnTo>
                  <a:lnTo>
                    <a:pt x="22860" y="21589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0" name="CustomShape 45"/>
            <p:cNvSpPr/>
            <p:nvPr/>
          </p:nvSpPr>
          <p:spPr>
            <a:xfrm>
              <a:off x="6424920" y="167004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1589"/>
                  </a:lnTo>
                  <a:lnTo>
                    <a:pt x="17780" y="27939"/>
                  </a:lnTo>
                  <a:lnTo>
                    <a:pt x="11430" y="27939"/>
                  </a:lnTo>
                  <a:lnTo>
                    <a:pt x="5080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7939"/>
                  </a:moveTo>
                  <a:lnTo>
                    <a:pt x="24130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CustomShape 46"/>
            <p:cNvSpPr/>
            <p:nvPr/>
          </p:nvSpPr>
          <p:spPr>
            <a:xfrm>
              <a:off x="6465600" y="16876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6350" y="0"/>
                  </a:lnTo>
                  <a:lnTo>
                    <a:pt x="0" y="5080"/>
                  </a:lnTo>
                  <a:lnTo>
                    <a:pt x="0" y="21590"/>
                  </a:lnTo>
                  <a:lnTo>
                    <a:pt x="6350" y="27940"/>
                  </a:lnTo>
                  <a:lnTo>
                    <a:pt x="19050" y="27940"/>
                  </a:lnTo>
                  <a:lnTo>
                    <a:pt x="24129" y="21590"/>
                  </a:lnTo>
                  <a:lnTo>
                    <a:pt x="24129" y="508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2" name="CustomShape 47"/>
            <p:cNvSpPr/>
            <p:nvPr/>
          </p:nvSpPr>
          <p:spPr>
            <a:xfrm>
              <a:off x="6465600" y="168768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2700" y="0"/>
                  </a:moveTo>
                  <a:lnTo>
                    <a:pt x="19050" y="0"/>
                  </a:lnTo>
                  <a:lnTo>
                    <a:pt x="24129" y="5080"/>
                  </a:lnTo>
                  <a:lnTo>
                    <a:pt x="24129" y="13970"/>
                  </a:lnTo>
                  <a:lnTo>
                    <a:pt x="24129" y="21590"/>
                  </a:lnTo>
                  <a:lnTo>
                    <a:pt x="19050" y="27940"/>
                  </a:lnTo>
                  <a:lnTo>
                    <a:pt x="12700" y="27940"/>
                  </a:lnTo>
                  <a:lnTo>
                    <a:pt x="6350" y="27940"/>
                  </a:lnTo>
                  <a:lnTo>
                    <a:pt x="0" y="21590"/>
                  </a:lnTo>
                  <a:lnTo>
                    <a:pt x="0" y="13970"/>
                  </a:lnTo>
                  <a:lnTo>
                    <a:pt x="0" y="5080"/>
                  </a:lnTo>
                  <a:lnTo>
                    <a:pt x="6350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29" y="27940"/>
                  </a:moveTo>
                  <a:lnTo>
                    <a:pt x="24129" y="2794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3" name="CustomShape 48"/>
            <p:cNvSpPr/>
            <p:nvPr/>
          </p:nvSpPr>
          <p:spPr>
            <a:xfrm>
              <a:off x="6374160" y="1691640"/>
              <a:ext cx="22320" cy="27360"/>
            </a:xfrm>
            <a:custGeom>
              <a:avLst/>
              <a:gdLst/>
              <a:ahLst/>
              <a:rect l="l" t="t" r="r" b="b"/>
              <a:pathLst>
                <a:path w="22860" h="27939">
                  <a:moveTo>
                    <a:pt x="17780" y="0"/>
                  </a:moveTo>
                  <a:lnTo>
                    <a:pt x="508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5080" y="27939"/>
                  </a:lnTo>
                  <a:lnTo>
                    <a:pt x="17780" y="27939"/>
                  </a:lnTo>
                  <a:lnTo>
                    <a:pt x="22860" y="21589"/>
                  </a:lnTo>
                  <a:lnTo>
                    <a:pt x="22860" y="63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CustomShape 49"/>
            <p:cNvSpPr/>
            <p:nvPr/>
          </p:nvSpPr>
          <p:spPr>
            <a:xfrm>
              <a:off x="6374160" y="169164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1430" y="0"/>
                  </a:moveTo>
                  <a:lnTo>
                    <a:pt x="17780" y="0"/>
                  </a:lnTo>
                  <a:lnTo>
                    <a:pt x="22860" y="6350"/>
                  </a:lnTo>
                  <a:lnTo>
                    <a:pt x="22860" y="13970"/>
                  </a:lnTo>
                  <a:lnTo>
                    <a:pt x="22860" y="21589"/>
                  </a:lnTo>
                  <a:lnTo>
                    <a:pt x="17780" y="27939"/>
                  </a:lnTo>
                  <a:lnTo>
                    <a:pt x="11430" y="27939"/>
                  </a:lnTo>
                  <a:lnTo>
                    <a:pt x="5080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5080" y="0"/>
                  </a:lnTo>
                  <a:lnTo>
                    <a:pt x="1143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7939"/>
                  </a:moveTo>
                  <a:lnTo>
                    <a:pt x="24130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5" name="CustomShape 50"/>
            <p:cNvSpPr/>
            <p:nvPr/>
          </p:nvSpPr>
          <p:spPr>
            <a:xfrm>
              <a:off x="6415920" y="170820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9050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21589"/>
                  </a:lnTo>
                  <a:lnTo>
                    <a:pt x="6350" y="27939"/>
                  </a:lnTo>
                  <a:lnTo>
                    <a:pt x="19050" y="27939"/>
                  </a:lnTo>
                  <a:lnTo>
                    <a:pt x="24130" y="21589"/>
                  </a:lnTo>
                  <a:lnTo>
                    <a:pt x="24130" y="63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6" name="CustomShape 51"/>
            <p:cNvSpPr/>
            <p:nvPr/>
          </p:nvSpPr>
          <p:spPr>
            <a:xfrm>
              <a:off x="6415920" y="1708200"/>
              <a:ext cx="23400" cy="27360"/>
            </a:xfrm>
            <a:custGeom>
              <a:avLst/>
              <a:gdLst/>
              <a:ahLst/>
              <a:rect l="l" t="t" r="r" b="b"/>
              <a:pathLst>
                <a:path w="24129" h="27939">
                  <a:moveTo>
                    <a:pt x="12700" y="0"/>
                  </a:moveTo>
                  <a:lnTo>
                    <a:pt x="19050" y="0"/>
                  </a:lnTo>
                  <a:lnTo>
                    <a:pt x="24130" y="6350"/>
                  </a:lnTo>
                  <a:lnTo>
                    <a:pt x="24130" y="13970"/>
                  </a:lnTo>
                  <a:lnTo>
                    <a:pt x="24130" y="21589"/>
                  </a:lnTo>
                  <a:lnTo>
                    <a:pt x="19050" y="27939"/>
                  </a:lnTo>
                  <a:lnTo>
                    <a:pt x="12700" y="27939"/>
                  </a:lnTo>
                  <a:lnTo>
                    <a:pt x="6350" y="27939"/>
                  </a:lnTo>
                  <a:lnTo>
                    <a:pt x="0" y="21589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6350" y="0"/>
                  </a:lnTo>
                  <a:lnTo>
                    <a:pt x="127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4130" y="27939"/>
                  </a:moveTo>
                  <a:lnTo>
                    <a:pt x="24130" y="2793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7" name="CustomShape 52"/>
            <p:cNvSpPr/>
            <p:nvPr/>
          </p:nvSpPr>
          <p:spPr>
            <a:xfrm>
              <a:off x="6272640" y="1461600"/>
              <a:ext cx="85680" cy="92160"/>
            </a:xfrm>
            <a:custGeom>
              <a:avLst/>
              <a:gdLst/>
              <a:ahLst/>
              <a:rect l="l" t="t" r="r" b="b"/>
              <a:pathLst>
                <a:path w="86360" h="92709">
                  <a:moveTo>
                    <a:pt x="0" y="0"/>
                  </a:moveTo>
                  <a:lnTo>
                    <a:pt x="24130" y="53339"/>
                  </a:lnTo>
                  <a:lnTo>
                    <a:pt x="26670" y="59689"/>
                  </a:lnTo>
                  <a:lnTo>
                    <a:pt x="29210" y="63500"/>
                  </a:lnTo>
                  <a:lnTo>
                    <a:pt x="30480" y="66039"/>
                  </a:lnTo>
                  <a:lnTo>
                    <a:pt x="33020" y="72389"/>
                  </a:lnTo>
                  <a:lnTo>
                    <a:pt x="36830" y="77469"/>
                  </a:lnTo>
                  <a:lnTo>
                    <a:pt x="39370" y="82550"/>
                  </a:lnTo>
                  <a:lnTo>
                    <a:pt x="43180" y="86359"/>
                  </a:lnTo>
                  <a:lnTo>
                    <a:pt x="46990" y="87629"/>
                  </a:lnTo>
                  <a:lnTo>
                    <a:pt x="52070" y="91439"/>
                  </a:lnTo>
                  <a:lnTo>
                    <a:pt x="57150" y="92709"/>
                  </a:lnTo>
                  <a:lnTo>
                    <a:pt x="64770" y="92709"/>
                  </a:lnTo>
                  <a:lnTo>
                    <a:pt x="69850" y="91439"/>
                  </a:lnTo>
                  <a:lnTo>
                    <a:pt x="77470" y="90169"/>
                  </a:lnTo>
                  <a:lnTo>
                    <a:pt x="81280" y="86359"/>
                  </a:lnTo>
                  <a:lnTo>
                    <a:pt x="83820" y="82550"/>
                  </a:lnTo>
                  <a:lnTo>
                    <a:pt x="86360" y="80009"/>
                  </a:lnTo>
                  <a:lnTo>
                    <a:pt x="86360" y="74929"/>
                  </a:lnTo>
                  <a:lnTo>
                    <a:pt x="85090" y="69850"/>
                  </a:lnTo>
                  <a:lnTo>
                    <a:pt x="64770" y="31750"/>
                  </a:lnTo>
                  <a:lnTo>
                    <a:pt x="30480" y="10159"/>
                  </a:lnTo>
                  <a:lnTo>
                    <a:pt x="16510" y="5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8" name="CustomShape 53"/>
            <p:cNvSpPr/>
            <p:nvPr/>
          </p:nvSpPr>
          <p:spPr>
            <a:xfrm>
              <a:off x="6272640" y="1461600"/>
              <a:ext cx="85680" cy="92160"/>
            </a:xfrm>
            <a:custGeom>
              <a:avLst/>
              <a:gdLst/>
              <a:ahLst/>
              <a:rect l="l" t="t" r="r" b="b"/>
              <a:pathLst>
                <a:path w="86360" h="92709">
                  <a:moveTo>
                    <a:pt x="0" y="0"/>
                  </a:moveTo>
                  <a:lnTo>
                    <a:pt x="16510" y="5079"/>
                  </a:lnTo>
                  <a:lnTo>
                    <a:pt x="30480" y="10159"/>
                  </a:lnTo>
                  <a:lnTo>
                    <a:pt x="43180" y="13969"/>
                  </a:lnTo>
                  <a:lnTo>
                    <a:pt x="76200" y="52069"/>
                  </a:lnTo>
                  <a:lnTo>
                    <a:pt x="86360" y="74929"/>
                  </a:lnTo>
                  <a:lnTo>
                    <a:pt x="86360" y="80009"/>
                  </a:lnTo>
                  <a:lnTo>
                    <a:pt x="83820" y="82550"/>
                  </a:lnTo>
                  <a:lnTo>
                    <a:pt x="81280" y="86359"/>
                  </a:lnTo>
                  <a:lnTo>
                    <a:pt x="77470" y="90169"/>
                  </a:lnTo>
                  <a:lnTo>
                    <a:pt x="69850" y="91439"/>
                  </a:lnTo>
                  <a:lnTo>
                    <a:pt x="64770" y="92709"/>
                  </a:lnTo>
                  <a:lnTo>
                    <a:pt x="57150" y="92709"/>
                  </a:lnTo>
                  <a:lnTo>
                    <a:pt x="52070" y="91439"/>
                  </a:lnTo>
                  <a:lnTo>
                    <a:pt x="46990" y="87629"/>
                  </a:lnTo>
                  <a:lnTo>
                    <a:pt x="43180" y="86359"/>
                  </a:lnTo>
                  <a:lnTo>
                    <a:pt x="39370" y="82550"/>
                  </a:lnTo>
                  <a:lnTo>
                    <a:pt x="36830" y="77469"/>
                  </a:lnTo>
                  <a:lnTo>
                    <a:pt x="33020" y="72389"/>
                  </a:lnTo>
                  <a:lnTo>
                    <a:pt x="30480" y="66039"/>
                  </a:lnTo>
                  <a:lnTo>
                    <a:pt x="29210" y="63500"/>
                  </a:lnTo>
                  <a:lnTo>
                    <a:pt x="26670" y="59689"/>
                  </a:lnTo>
                  <a:lnTo>
                    <a:pt x="24130" y="53339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86360" y="92709"/>
                  </a:moveTo>
                  <a:lnTo>
                    <a:pt x="86360" y="9270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9" name="CustomShape 54"/>
            <p:cNvSpPr/>
            <p:nvPr/>
          </p:nvSpPr>
          <p:spPr>
            <a:xfrm>
              <a:off x="6321960" y="1415880"/>
              <a:ext cx="60120" cy="69120"/>
            </a:xfrm>
            <a:custGeom>
              <a:avLst/>
              <a:gdLst/>
              <a:ahLst/>
              <a:rect l="l" t="t" r="r" b="b"/>
              <a:pathLst>
                <a:path w="60960" h="69850">
                  <a:moveTo>
                    <a:pt x="15239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5079" y="52070"/>
                  </a:lnTo>
                  <a:lnTo>
                    <a:pt x="10160" y="55879"/>
                  </a:lnTo>
                  <a:lnTo>
                    <a:pt x="15239" y="58420"/>
                  </a:lnTo>
                  <a:lnTo>
                    <a:pt x="21589" y="64770"/>
                  </a:lnTo>
                  <a:lnTo>
                    <a:pt x="36829" y="69850"/>
                  </a:lnTo>
                  <a:lnTo>
                    <a:pt x="43179" y="69850"/>
                  </a:lnTo>
                  <a:lnTo>
                    <a:pt x="50800" y="67310"/>
                  </a:lnTo>
                  <a:lnTo>
                    <a:pt x="57150" y="63500"/>
                  </a:lnTo>
                  <a:lnTo>
                    <a:pt x="60960" y="58420"/>
                  </a:lnTo>
                  <a:lnTo>
                    <a:pt x="60960" y="50800"/>
                  </a:lnTo>
                  <a:lnTo>
                    <a:pt x="58419" y="45720"/>
                  </a:lnTo>
                  <a:lnTo>
                    <a:pt x="55879" y="39370"/>
                  </a:lnTo>
                  <a:lnTo>
                    <a:pt x="50800" y="31750"/>
                  </a:lnTo>
                  <a:lnTo>
                    <a:pt x="45719" y="22860"/>
                  </a:lnTo>
                  <a:lnTo>
                    <a:pt x="38100" y="12700"/>
                  </a:lnTo>
                  <a:lnTo>
                    <a:pt x="30479" y="8889"/>
                  </a:lnTo>
                  <a:lnTo>
                    <a:pt x="24129" y="381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0" name="CustomShape 55"/>
            <p:cNvSpPr/>
            <p:nvPr/>
          </p:nvSpPr>
          <p:spPr>
            <a:xfrm>
              <a:off x="6321960" y="1415880"/>
              <a:ext cx="60120" cy="69120"/>
            </a:xfrm>
            <a:custGeom>
              <a:avLst/>
              <a:gdLst/>
              <a:ahLst/>
              <a:rect l="l" t="t" r="r" b="b"/>
              <a:pathLst>
                <a:path w="60960" h="69850">
                  <a:moveTo>
                    <a:pt x="0" y="0"/>
                  </a:moveTo>
                  <a:lnTo>
                    <a:pt x="15239" y="0"/>
                  </a:lnTo>
                  <a:lnTo>
                    <a:pt x="24129" y="3810"/>
                  </a:lnTo>
                  <a:lnTo>
                    <a:pt x="30479" y="8889"/>
                  </a:lnTo>
                  <a:lnTo>
                    <a:pt x="38100" y="12700"/>
                  </a:lnTo>
                  <a:lnTo>
                    <a:pt x="41910" y="17779"/>
                  </a:lnTo>
                  <a:lnTo>
                    <a:pt x="45719" y="22860"/>
                  </a:lnTo>
                  <a:lnTo>
                    <a:pt x="50800" y="31750"/>
                  </a:lnTo>
                  <a:lnTo>
                    <a:pt x="55879" y="39370"/>
                  </a:lnTo>
                  <a:lnTo>
                    <a:pt x="58419" y="45720"/>
                  </a:lnTo>
                  <a:lnTo>
                    <a:pt x="60960" y="50800"/>
                  </a:lnTo>
                  <a:lnTo>
                    <a:pt x="60960" y="58420"/>
                  </a:lnTo>
                  <a:lnTo>
                    <a:pt x="57150" y="63500"/>
                  </a:lnTo>
                  <a:lnTo>
                    <a:pt x="50800" y="67310"/>
                  </a:lnTo>
                  <a:lnTo>
                    <a:pt x="43179" y="69850"/>
                  </a:lnTo>
                  <a:lnTo>
                    <a:pt x="36829" y="69850"/>
                  </a:lnTo>
                  <a:lnTo>
                    <a:pt x="29210" y="67310"/>
                  </a:lnTo>
                  <a:lnTo>
                    <a:pt x="21589" y="64770"/>
                  </a:lnTo>
                  <a:lnTo>
                    <a:pt x="15239" y="58420"/>
                  </a:lnTo>
                  <a:lnTo>
                    <a:pt x="10160" y="55879"/>
                  </a:lnTo>
                  <a:lnTo>
                    <a:pt x="5079" y="52070"/>
                  </a:lnTo>
                  <a:lnTo>
                    <a:pt x="2539" y="46989"/>
                  </a:lnTo>
                  <a:lnTo>
                    <a:pt x="0" y="41910"/>
                  </a:lnTo>
                  <a:lnTo>
                    <a:pt x="0" y="35560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60960" y="69850"/>
                  </a:moveTo>
                  <a:lnTo>
                    <a:pt x="60960" y="6985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1" name="CustomShape 56"/>
            <p:cNvSpPr/>
            <p:nvPr/>
          </p:nvSpPr>
          <p:spPr>
            <a:xfrm>
              <a:off x="6207840" y="1528920"/>
              <a:ext cx="141480" cy="76680"/>
            </a:xfrm>
            <a:custGeom>
              <a:avLst/>
              <a:gdLst/>
              <a:ahLst/>
              <a:rect l="l" t="t" r="r" b="b"/>
              <a:pathLst>
                <a:path w="142239" h="77469">
                  <a:moveTo>
                    <a:pt x="0" y="0"/>
                  </a:moveTo>
                  <a:lnTo>
                    <a:pt x="25400" y="43180"/>
                  </a:lnTo>
                  <a:lnTo>
                    <a:pt x="59689" y="60960"/>
                  </a:lnTo>
                  <a:lnTo>
                    <a:pt x="68579" y="62230"/>
                  </a:lnTo>
                  <a:lnTo>
                    <a:pt x="82550" y="66040"/>
                  </a:lnTo>
                  <a:lnTo>
                    <a:pt x="102869" y="74930"/>
                  </a:lnTo>
                  <a:lnTo>
                    <a:pt x="107950" y="74930"/>
                  </a:lnTo>
                  <a:lnTo>
                    <a:pt x="115569" y="77470"/>
                  </a:lnTo>
                  <a:lnTo>
                    <a:pt x="121919" y="77470"/>
                  </a:lnTo>
                  <a:lnTo>
                    <a:pt x="128269" y="76200"/>
                  </a:lnTo>
                  <a:lnTo>
                    <a:pt x="133350" y="74930"/>
                  </a:lnTo>
                  <a:lnTo>
                    <a:pt x="137160" y="72390"/>
                  </a:lnTo>
                  <a:lnTo>
                    <a:pt x="139700" y="68580"/>
                  </a:lnTo>
                  <a:lnTo>
                    <a:pt x="142239" y="62230"/>
                  </a:lnTo>
                  <a:lnTo>
                    <a:pt x="142239" y="57150"/>
                  </a:lnTo>
                  <a:lnTo>
                    <a:pt x="132079" y="49530"/>
                  </a:lnTo>
                  <a:lnTo>
                    <a:pt x="121919" y="45720"/>
                  </a:lnTo>
                  <a:lnTo>
                    <a:pt x="111760" y="40640"/>
                  </a:lnTo>
                  <a:lnTo>
                    <a:pt x="96519" y="36830"/>
                  </a:lnTo>
                  <a:lnTo>
                    <a:pt x="77469" y="26670"/>
                  </a:lnTo>
                  <a:lnTo>
                    <a:pt x="62229" y="12700"/>
                  </a:lnTo>
                  <a:lnTo>
                    <a:pt x="52069" y="7620"/>
                  </a:lnTo>
                  <a:lnTo>
                    <a:pt x="43179" y="5080"/>
                  </a:lnTo>
                  <a:lnTo>
                    <a:pt x="26669" y="2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2" name="CustomShape 57"/>
            <p:cNvSpPr/>
            <p:nvPr/>
          </p:nvSpPr>
          <p:spPr>
            <a:xfrm>
              <a:off x="6207840" y="1528920"/>
              <a:ext cx="141480" cy="76680"/>
            </a:xfrm>
            <a:custGeom>
              <a:avLst/>
              <a:gdLst/>
              <a:ahLst/>
              <a:rect l="l" t="t" r="r" b="b"/>
              <a:pathLst>
                <a:path w="142239" h="77469">
                  <a:moveTo>
                    <a:pt x="0" y="0"/>
                  </a:moveTo>
                  <a:lnTo>
                    <a:pt x="43179" y="5080"/>
                  </a:lnTo>
                  <a:lnTo>
                    <a:pt x="77469" y="26670"/>
                  </a:lnTo>
                  <a:lnTo>
                    <a:pt x="96519" y="36830"/>
                  </a:lnTo>
                  <a:lnTo>
                    <a:pt x="111760" y="40640"/>
                  </a:lnTo>
                  <a:lnTo>
                    <a:pt x="121919" y="45720"/>
                  </a:lnTo>
                  <a:lnTo>
                    <a:pt x="132079" y="49530"/>
                  </a:lnTo>
                  <a:lnTo>
                    <a:pt x="137160" y="53340"/>
                  </a:lnTo>
                  <a:lnTo>
                    <a:pt x="142239" y="57150"/>
                  </a:lnTo>
                  <a:lnTo>
                    <a:pt x="142239" y="62230"/>
                  </a:lnTo>
                  <a:lnTo>
                    <a:pt x="121919" y="77470"/>
                  </a:lnTo>
                  <a:lnTo>
                    <a:pt x="115569" y="77470"/>
                  </a:lnTo>
                  <a:lnTo>
                    <a:pt x="107950" y="74930"/>
                  </a:lnTo>
                  <a:lnTo>
                    <a:pt x="102869" y="74930"/>
                  </a:lnTo>
                  <a:lnTo>
                    <a:pt x="82550" y="66040"/>
                  </a:lnTo>
                  <a:lnTo>
                    <a:pt x="68579" y="62230"/>
                  </a:lnTo>
                  <a:lnTo>
                    <a:pt x="59689" y="60960"/>
                  </a:lnTo>
                  <a:lnTo>
                    <a:pt x="49529" y="58420"/>
                  </a:lnTo>
                  <a:lnTo>
                    <a:pt x="40639" y="54610"/>
                  </a:lnTo>
                  <a:lnTo>
                    <a:pt x="33019" y="50800"/>
                  </a:lnTo>
                  <a:lnTo>
                    <a:pt x="30479" y="48260"/>
                  </a:lnTo>
                  <a:lnTo>
                    <a:pt x="25400" y="43180"/>
                  </a:lnTo>
                  <a:moveTo>
                    <a:pt x="0" y="0"/>
                  </a:moveTo>
                  <a:lnTo>
                    <a:pt x="0" y="0"/>
                  </a:lnTo>
                  <a:moveTo>
                    <a:pt x="142239" y="77470"/>
                  </a:moveTo>
                  <a:lnTo>
                    <a:pt x="142239" y="7747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3" name="CustomShape 58"/>
            <p:cNvSpPr/>
            <p:nvPr/>
          </p:nvSpPr>
          <p:spPr>
            <a:xfrm>
              <a:off x="6321960" y="1390680"/>
              <a:ext cx="73080" cy="42480"/>
            </a:xfrm>
            <a:custGeom>
              <a:avLst/>
              <a:gdLst/>
              <a:ahLst/>
              <a:rect l="l" t="t" r="r" b="b"/>
              <a:pathLst>
                <a:path w="73660" h="43180">
                  <a:moveTo>
                    <a:pt x="52069" y="0"/>
                  </a:moveTo>
                  <a:lnTo>
                    <a:pt x="24129" y="0"/>
                  </a:lnTo>
                  <a:lnTo>
                    <a:pt x="13969" y="2539"/>
                  </a:lnTo>
                  <a:lnTo>
                    <a:pt x="8889" y="6350"/>
                  </a:lnTo>
                  <a:lnTo>
                    <a:pt x="5079" y="10160"/>
                  </a:lnTo>
                  <a:lnTo>
                    <a:pt x="0" y="20320"/>
                  </a:lnTo>
                  <a:lnTo>
                    <a:pt x="10160" y="21589"/>
                  </a:lnTo>
                  <a:lnTo>
                    <a:pt x="15239" y="21589"/>
                  </a:lnTo>
                  <a:lnTo>
                    <a:pt x="19050" y="22860"/>
                  </a:lnTo>
                  <a:lnTo>
                    <a:pt x="24129" y="25400"/>
                  </a:lnTo>
                  <a:lnTo>
                    <a:pt x="30479" y="27939"/>
                  </a:lnTo>
                  <a:lnTo>
                    <a:pt x="35560" y="30479"/>
                  </a:lnTo>
                  <a:lnTo>
                    <a:pt x="40639" y="34289"/>
                  </a:lnTo>
                  <a:lnTo>
                    <a:pt x="48260" y="41910"/>
                  </a:lnTo>
                  <a:lnTo>
                    <a:pt x="53339" y="43179"/>
                  </a:lnTo>
                  <a:lnTo>
                    <a:pt x="73660" y="25400"/>
                  </a:lnTo>
                  <a:lnTo>
                    <a:pt x="73660" y="17779"/>
                  </a:lnTo>
                  <a:lnTo>
                    <a:pt x="60960" y="1270"/>
                  </a:lnTo>
                  <a:lnTo>
                    <a:pt x="52069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4" name="CustomShape 59"/>
            <p:cNvSpPr/>
            <p:nvPr/>
          </p:nvSpPr>
          <p:spPr>
            <a:xfrm>
              <a:off x="6321960" y="1390680"/>
              <a:ext cx="73080" cy="42480"/>
            </a:xfrm>
            <a:custGeom>
              <a:avLst/>
              <a:gdLst/>
              <a:ahLst/>
              <a:rect l="l" t="t" r="r" b="b"/>
              <a:pathLst>
                <a:path w="73660" h="43180">
                  <a:moveTo>
                    <a:pt x="0" y="20320"/>
                  </a:moveTo>
                  <a:lnTo>
                    <a:pt x="19050" y="1270"/>
                  </a:lnTo>
                  <a:lnTo>
                    <a:pt x="24129" y="0"/>
                  </a:lnTo>
                  <a:lnTo>
                    <a:pt x="30479" y="0"/>
                  </a:lnTo>
                  <a:lnTo>
                    <a:pt x="36829" y="0"/>
                  </a:lnTo>
                  <a:lnTo>
                    <a:pt x="44450" y="0"/>
                  </a:lnTo>
                  <a:lnTo>
                    <a:pt x="52069" y="0"/>
                  </a:lnTo>
                  <a:lnTo>
                    <a:pt x="60960" y="1270"/>
                  </a:lnTo>
                  <a:lnTo>
                    <a:pt x="73660" y="17779"/>
                  </a:lnTo>
                  <a:lnTo>
                    <a:pt x="73660" y="25400"/>
                  </a:lnTo>
                  <a:lnTo>
                    <a:pt x="53339" y="43179"/>
                  </a:lnTo>
                  <a:lnTo>
                    <a:pt x="48260" y="41910"/>
                  </a:lnTo>
                  <a:lnTo>
                    <a:pt x="44450" y="38100"/>
                  </a:lnTo>
                  <a:lnTo>
                    <a:pt x="40639" y="34289"/>
                  </a:lnTo>
                  <a:lnTo>
                    <a:pt x="35560" y="30479"/>
                  </a:lnTo>
                  <a:lnTo>
                    <a:pt x="30479" y="27939"/>
                  </a:lnTo>
                  <a:lnTo>
                    <a:pt x="24129" y="25400"/>
                  </a:lnTo>
                  <a:lnTo>
                    <a:pt x="19050" y="22860"/>
                  </a:lnTo>
                  <a:lnTo>
                    <a:pt x="15239" y="21589"/>
                  </a:lnTo>
                  <a:lnTo>
                    <a:pt x="10160" y="21589"/>
                  </a:lnTo>
                  <a:lnTo>
                    <a:pt x="0" y="2032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73660" y="43179"/>
                  </a:moveTo>
                  <a:lnTo>
                    <a:pt x="73660" y="43179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5" name="Group 60"/>
          <p:cNvGrpSpPr/>
          <p:nvPr/>
        </p:nvGrpSpPr>
        <p:grpSpPr>
          <a:xfrm>
            <a:off x="2209680" y="778680"/>
            <a:ext cx="1203120" cy="1342800"/>
            <a:chOff x="2209680" y="778680"/>
            <a:chExt cx="1203120" cy="1342800"/>
          </a:xfrm>
        </p:grpSpPr>
        <p:sp>
          <p:nvSpPr>
            <p:cNvPr id="606" name="CustomShape 61"/>
            <p:cNvSpPr/>
            <p:nvPr/>
          </p:nvSpPr>
          <p:spPr>
            <a:xfrm>
              <a:off x="2209680" y="1436400"/>
              <a:ext cx="913680" cy="685080"/>
            </a:xfrm>
            <a:custGeom>
              <a:avLst/>
              <a:gdLst/>
              <a:ahLst/>
              <a:rect l="l" t="t" r="r" b="b"/>
              <a:pathLst>
                <a:path w="914400" h="685800">
                  <a:moveTo>
                    <a:pt x="685800" y="0"/>
                  </a:moveTo>
                  <a:lnTo>
                    <a:pt x="228600" y="0"/>
                  </a:lnTo>
                  <a:lnTo>
                    <a:pt x="0" y="342900"/>
                  </a:lnTo>
                  <a:lnTo>
                    <a:pt x="228600" y="685800"/>
                  </a:lnTo>
                  <a:lnTo>
                    <a:pt x="685800" y="685800"/>
                  </a:lnTo>
                  <a:lnTo>
                    <a:pt x="914400" y="3429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7" name="CustomShape 62"/>
            <p:cNvSpPr/>
            <p:nvPr/>
          </p:nvSpPr>
          <p:spPr>
            <a:xfrm>
              <a:off x="2209680" y="1436400"/>
              <a:ext cx="913680" cy="685080"/>
            </a:xfrm>
            <a:custGeom>
              <a:avLst/>
              <a:gdLst/>
              <a:ahLst/>
              <a:rect l="l" t="t" r="r" b="b"/>
              <a:pathLst>
                <a:path w="914400" h="685800">
                  <a:moveTo>
                    <a:pt x="228600" y="0"/>
                  </a:moveTo>
                  <a:lnTo>
                    <a:pt x="685800" y="0"/>
                  </a:lnTo>
                  <a:lnTo>
                    <a:pt x="914400" y="342900"/>
                  </a:lnTo>
                  <a:lnTo>
                    <a:pt x="685800" y="685800"/>
                  </a:lnTo>
                  <a:lnTo>
                    <a:pt x="228600" y="685800"/>
                  </a:lnTo>
                  <a:lnTo>
                    <a:pt x="0" y="342900"/>
                  </a:lnTo>
                  <a:lnTo>
                    <a:pt x="2286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914400" y="685800"/>
                  </a:moveTo>
                  <a:lnTo>
                    <a:pt x="914400" y="68580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8" name="CustomShape 63"/>
            <p:cNvSpPr/>
            <p:nvPr/>
          </p:nvSpPr>
          <p:spPr>
            <a:xfrm>
              <a:off x="2570760" y="1529280"/>
              <a:ext cx="174240" cy="31644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9" name="CustomShape 64"/>
            <p:cNvSpPr/>
            <p:nvPr/>
          </p:nvSpPr>
          <p:spPr>
            <a:xfrm>
              <a:off x="2570400" y="1378080"/>
              <a:ext cx="57600" cy="461520"/>
            </a:xfrm>
            <a:custGeom>
              <a:avLst/>
              <a:gdLst/>
              <a:ahLst/>
              <a:rect l="l" t="t" r="r" b="b"/>
              <a:pathLst>
                <a:path w="58419" h="462280">
                  <a:moveTo>
                    <a:pt x="0" y="462279"/>
                  </a:moveTo>
                  <a:lnTo>
                    <a:pt x="58419" y="0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0" name="CustomShape 65"/>
            <p:cNvSpPr/>
            <p:nvPr/>
          </p:nvSpPr>
          <p:spPr>
            <a:xfrm>
              <a:off x="2642760" y="1403280"/>
              <a:ext cx="33480" cy="427320"/>
            </a:xfrm>
            <a:custGeom>
              <a:avLst/>
              <a:gdLst/>
              <a:ahLst/>
              <a:rect l="l" t="t" r="r" b="b"/>
              <a:pathLst>
                <a:path w="34289" h="427989">
                  <a:moveTo>
                    <a:pt x="17144" y="-7906"/>
                  </a:moveTo>
                  <a:lnTo>
                    <a:pt x="17144" y="435896"/>
                  </a:lnTo>
                </a:path>
              </a:pathLst>
            </a:custGeom>
            <a:noFill/>
            <a:ln w="500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CustomShape 66"/>
            <p:cNvSpPr/>
            <p:nvPr/>
          </p:nvSpPr>
          <p:spPr>
            <a:xfrm>
              <a:off x="2650320" y="1398240"/>
              <a:ext cx="85680" cy="441360"/>
            </a:xfrm>
            <a:custGeom>
              <a:avLst/>
              <a:gdLst/>
              <a:ahLst/>
              <a:rect l="l" t="t" r="r" b="b"/>
              <a:pathLst>
                <a:path w="86360" h="441960">
                  <a:moveTo>
                    <a:pt x="36830" y="441959"/>
                  </a:moveTo>
                  <a:lnTo>
                    <a:pt x="86360" y="393700"/>
                  </a:lnTo>
                  <a:moveTo>
                    <a:pt x="0" y="0"/>
                  </a:moveTo>
                  <a:lnTo>
                    <a:pt x="86360" y="397509"/>
                  </a:lnTo>
                </a:path>
              </a:pathLst>
            </a:custGeom>
            <a:noFill/>
            <a:ln w="158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CustomShape 67"/>
            <p:cNvSpPr/>
            <p:nvPr/>
          </p:nvSpPr>
          <p:spPr>
            <a:xfrm>
              <a:off x="2623680" y="1361520"/>
              <a:ext cx="38520" cy="45000"/>
            </a:xfrm>
            <a:custGeom>
              <a:avLst/>
              <a:gdLst/>
              <a:ahLst/>
              <a:rect l="l" t="t" r="r" b="b"/>
              <a:pathLst>
                <a:path w="39369" h="45719">
                  <a:moveTo>
                    <a:pt x="19050" y="0"/>
                  </a:moveTo>
                  <a:lnTo>
                    <a:pt x="11787" y="1785"/>
                  </a:lnTo>
                  <a:lnTo>
                    <a:pt x="5714" y="6667"/>
                  </a:lnTo>
                  <a:lnTo>
                    <a:pt x="1547" y="13930"/>
                  </a:lnTo>
                  <a:lnTo>
                    <a:pt x="0" y="22860"/>
                  </a:lnTo>
                  <a:lnTo>
                    <a:pt x="1547" y="31789"/>
                  </a:lnTo>
                  <a:lnTo>
                    <a:pt x="5714" y="39052"/>
                  </a:lnTo>
                  <a:lnTo>
                    <a:pt x="11787" y="43934"/>
                  </a:lnTo>
                  <a:lnTo>
                    <a:pt x="19050" y="45720"/>
                  </a:lnTo>
                  <a:lnTo>
                    <a:pt x="27047" y="43934"/>
                  </a:lnTo>
                  <a:lnTo>
                    <a:pt x="33496" y="39052"/>
                  </a:lnTo>
                  <a:lnTo>
                    <a:pt x="37802" y="31789"/>
                  </a:lnTo>
                  <a:lnTo>
                    <a:pt x="39369" y="22860"/>
                  </a:lnTo>
                  <a:lnTo>
                    <a:pt x="37802" y="13930"/>
                  </a:lnTo>
                  <a:lnTo>
                    <a:pt x="33496" y="6667"/>
                  </a:lnTo>
                  <a:lnTo>
                    <a:pt x="27047" y="178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CustomShape 68"/>
            <p:cNvSpPr/>
            <p:nvPr/>
          </p:nvSpPr>
          <p:spPr>
            <a:xfrm>
              <a:off x="2623680" y="1361520"/>
              <a:ext cx="39960" cy="46440"/>
            </a:xfrm>
            <a:custGeom>
              <a:avLst/>
              <a:gdLst/>
              <a:ahLst/>
              <a:rect l="l" t="t" r="r" b="b"/>
              <a:pathLst>
                <a:path w="40639" h="46990">
                  <a:moveTo>
                    <a:pt x="19050" y="0"/>
                  </a:moveTo>
                  <a:lnTo>
                    <a:pt x="27047" y="1785"/>
                  </a:lnTo>
                  <a:lnTo>
                    <a:pt x="33496" y="6667"/>
                  </a:lnTo>
                  <a:lnTo>
                    <a:pt x="37802" y="13930"/>
                  </a:lnTo>
                  <a:lnTo>
                    <a:pt x="39369" y="22860"/>
                  </a:lnTo>
                  <a:lnTo>
                    <a:pt x="37802" y="31789"/>
                  </a:lnTo>
                  <a:lnTo>
                    <a:pt x="33496" y="39052"/>
                  </a:lnTo>
                  <a:lnTo>
                    <a:pt x="27047" y="43934"/>
                  </a:lnTo>
                  <a:lnTo>
                    <a:pt x="19050" y="45720"/>
                  </a:lnTo>
                  <a:lnTo>
                    <a:pt x="11787" y="43934"/>
                  </a:lnTo>
                  <a:lnTo>
                    <a:pt x="5714" y="39052"/>
                  </a:lnTo>
                  <a:lnTo>
                    <a:pt x="1547" y="31789"/>
                  </a:lnTo>
                  <a:lnTo>
                    <a:pt x="0" y="22860"/>
                  </a:lnTo>
                  <a:lnTo>
                    <a:pt x="1547" y="13930"/>
                  </a:lnTo>
                  <a:lnTo>
                    <a:pt x="5714" y="6667"/>
                  </a:lnTo>
                  <a:lnTo>
                    <a:pt x="11787" y="1785"/>
                  </a:lnTo>
                  <a:lnTo>
                    <a:pt x="1905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40640" y="46989"/>
                  </a:moveTo>
                  <a:lnTo>
                    <a:pt x="40640" y="4698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CustomShape 69"/>
            <p:cNvSpPr/>
            <p:nvPr/>
          </p:nvSpPr>
          <p:spPr>
            <a:xfrm>
              <a:off x="2693520" y="778680"/>
              <a:ext cx="719280" cy="977040"/>
            </a:xfrm>
            <a:custGeom>
              <a:avLst/>
              <a:gdLst/>
              <a:ahLst/>
              <a:rect l="l" t="t" r="r" b="b"/>
              <a:pathLst>
                <a:path w="720089" h="977900">
                  <a:moveTo>
                    <a:pt x="551180" y="287019"/>
                  </a:moveTo>
                  <a:lnTo>
                    <a:pt x="611934" y="324642"/>
                  </a:lnTo>
                  <a:lnTo>
                    <a:pt x="638433" y="354094"/>
                  </a:lnTo>
                  <a:lnTo>
                    <a:pt x="661859" y="389693"/>
                  </a:lnTo>
                  <a:lnTo>
                    <a:pt x="681847" y="430726"/>
                  </a:lnTo>
                  <a:lnTo>
                    <a:pt x="698029" y="476485"/>
                  </a:lnTo>
                  <a:lnTo>
                    <a:pt x="710041" y="526257"/>
                  </a:lnTo>
                  <a:lnTo>
                    <a:pt x="717516" y="579332"/>
                  </a:lnTo>
                  <a:lnTo>
                    <a:pt x="720090" y="635000"/>
                  </a:lnTo>
                  <a:lnTo>
                    <a:pt x="717185" y="693903"/>
                  </a:lnTo>
                  <a:lnTo>
                    <a:pt x="708759" y="749994"/>
                  </a:lnTo>
                  <a:lnTo>
                    <a:pt x="695243" y="802364"/>
                  </a:lnTo>
                  <a:lnTo>
                    <a:pt x="677068" y="850106"/>
                  </a:lnTo>
                  <a:lnTo>
                    <a:pt x="654667" y="892311"/>
                  </a:lnTo>
                  <a:lnTo>
                    <a:pt x="628471" y="928072"/>
                  </a:lnTo>
                  <a:lnTo>
                    <a:pt x="598911" y="956481"/>
                  </a:lnTo>
                  <a:lnTo>
                    <a:pt x="566419" y="976629"/>
                  </a:lnTo>
                  <a:moveTo>
                    <a:pt x="511810" y="287019"/>
                  </a:moveTo>
                  <a:lnTo>
                    <a:pt x="511810" y="287019"/>
                  </a:lnTo>
                  <a:moveTo>
                    <a:pt x="720090" y="977900"/>
                  </a:moveTo>
                  <a:lnTo>
                    <a:pt x="720090" y="977900"/>
                  </a:lnTo>
                  <a:moveTo>
                    <a:pt x="485140" y="330200"/>
                  </a:moveTo>
                  <a:lnTo>
                    <a:pt x="519011" y="348331"/>
                  </a:lnTo>
                  <a:lnTo>
                    <a:pt x="549439" y="376816"/>
                  </a:lnTo>
                  <a:lnTo>
                    <a:pt x="575780" y="414342"/>
                  </a:lnTo>
                  <a:lnTo>
                    <a:pt x="597388" y="459599"/>
                  </a:lnTo>
                  <a:lnTo>
                    <a:pt x="613621" y="511276"/>
                  </a:lnTo>
                  <a:lnTo>
                    <a:pt x="623832" y="568063"/>
                  </a:lnTo>
                  <a:lnTo>
                    <a:pt x="627380" y="628650"/>
                  </a:lnTo>
                  <a:lnTo>
                    <a:pt x="626974" y="642578"/>
                  </a:lnTo>
                  <a:lnTo>
                    <a:pt x="625773" y="643726"/>
                  </a:lnTo>
                  <a:lnTo>
                    <a:pt x="623800" y="633426"/>
                  </a:lnTo>
                  <a:lnTo>
                    <a:pt x="621080" y="613013"/>
                  </a:lnTo>
                  <a:lnTo>
                    <a:pt x="617636" y="583822"/>
                  </a:lnTo>
                  <a:lnTo>
                    <a:pt x="613492" y="547188"/>
                  </a:lnTo>
                  <a:lnTo>
                    <a:pt x="608672" y="504444"/>
                  </a:lnTo>
                  <a:lnTo>
                    <a:pt x="603199" y="456925"/>
                  </a:lnTo>
                  <a:lnTo>
                    <a:pt x="597097" y="405966"/>
                  </a:lnTo>
                  <a:lnTo>
                    <a:pt x="590391" y="352901"/>
                  </a:lnTo>
                  <a:lnTo>
                    <a:pt x="583103" y="299064"/>
                  </a:lnTo>
                  <a:lnTo>
                    <a:pt x="575259" y="245790"/>
                  </a:lnTo>
                  <a:lnTo>
                    <a:pt x="566881" y="194414"/>
                  </a:lnTo>
                  <a:lnTo>
                    <a:pt x="557993" y="146269"/>
                  </a:lnTo>
                  <a:lnTo>
                    <a:pt x="548620" y="102691"/>
                  </a:lnTo>
                  <a:lnTo>
                    <a:pt x="538784" y="65013"/>
                  </a:lnTo>
                  <a:lnTo>
                    <a:pt x="517823" y="12698"/>
                  </a:lnTo>
                  <a:lnTo>
                    <a:pt x="506745" y="730"/>
                  </a:lnTo>
                  <a:lnTo>
                    <a:pt x="495300" y="0"/>
                  </a:lnTo>
                  <a:moveTo>
                    <a:pt x="449580" y="330200"/>
                  </a:moveTo>
                  <a:lnTo>
                    <a:pt x="449580" y="330200"/>
                  </a:lnTo>
                  <a:moveTo>
                    <a:pt x="627380" y="923289"/>
                  </a:moveTo>
                  <a:lnTo>
                    <a:pt x="627380" y="923289"/>
                  </a:lnTo>
                  <a:moveTo>
                    <a:pt x="405130" y="383539"/>
                  </a:moveTo>
                  <a:lnTo>
                    <a:pt x="442442" y="401549"/>
                  </a:lnTo>
                  <a:lnTo>
                    <a:pt x="475027" y="431517"/>
                  </a:lnTo>
                  <a:lnTo>
                    <a:pt x="501967" y="471646"/>
                  </a:lnTo>
                  <a:lnTo>
                    <a:pt x="522346" y="520135"/>
                  </a:lnTo>
                  <a:lnTo>
                    <a:pt x="535246" y="575186"/>
                  </a:lnTo>
                  <a:lnTo>
                    <a:pt x="539750" y="635000"/>
                  </a:lnTo>
                  <a:lnTo>
                    <a:pt x="539241" y="647486"/>
                  </a:lnTo>
                  <a:lnTo>
                    <a:pt x="531870" y="604671"/>
                  </a:lnTo>
                  <a:lnTo>
                    <a:pt x="522413" y="527521"/>
                  </a:lnTo>
                  <a:lnTo>
                    <a:pt x="516418" y="479849"/>
                  </a:lnTo>
                  <a:lnTo>
                    <a:pt x="509623" y="428551"/>
                  </a:lnTo>
                  <a:lnTo>
                    <a:pt x="502061" y="375455"/>
                  </a:lnTo>
                  <a:lnTo>
                    <a:pt x="493763" y="322390"/>
                  </a:lnTo>
                  <a:lnTo>
                    <a:pt x="484762" y="271185"/>
                  </a:lnTo>
                  <a:lnTo>
                    <a:pt x="475092" y="223668"/>
                  </a:lnTo>
                  <a:lnTo>
                    <a:pt x="464784" y="181668"/>
                  </a:lnTo>
                  <a:lnTo>
                    <a:pt x="442386" y="121534"/>
                  </a:lnTo>
                  <a:lnTo>
                    <a:pt x="430361" y="107056"/>
                  </a:lnTo>
                  <a:lnTo>
                    <a:pt x="417830" y="105410"/>
                  </a:lnTo>
                  <a:moveTo>
                    <a:pt x="374650" y="383539"/>
                  </a:moveTo>
                  <a:lnTo>
                    <a:pt x="374650" y="383539"/>
                  </a:lnTo>
                  <a:moveTo>
                    <a:pt x="539750" y="882650"/>
                  </a:moveTo>
                  <a:lnTo>
                    <a:pt x="539750" y="882650"/>
                  </a:lnTo>
                  <a:moveTo>
                    <a:pt x="320040" y="419100"/>
                  </a:moveTo>
                  <a:lnTo>
                    <a:pt x="358610" y="435768"/>
                  </a:lnTo>
                  <a:lnTo>
                    <a:pt x="392382" y="463126"/>
                  </a:lnTo>
                  <a:lnTo>
                    <a:pt x="420369" y="499586"/>
                  </a:lnTo>
                  <a:lnTo>
                    <a:pt x="441583" y="543559"/>
                  </a:lnTo>
                  <a:lnTo>
                    <a:pt x="455036" y="593460"/>
                  </a:lnTo>
                  <a:lnTo>
                    <a:pt x="459740" y="647700"/>
                  </a:lnTo>
                  <a:lnTo>
                    <a:pt x="459122" y="659525"/>
                  </a:lnTo>
                  <a:lnTo>
                    <a:pt x="457301" y="656339"/>
                  </a:lnTo>
                  <a:lnTo>
                    <a:pt x="454323" y="640157"/>
                  </a:lnTo>
                  <a:lnTo>
                    <a:pt x="450234" y="612993"/>
                  </a:lnTo>
                  <a:lnTo>
                    <a:pt x="445081" y="576862"/>
                  </a:lnTo>
                  <a:lnTo>
                    <a:pt x="438911" y="533779"/>
                  </a:lnTo>
                  <a:lnTo>
                    <a:pt x="431769" y="485759"/>
                  </a:lnTo>
                  <a:lnTo>
                    <a:pt x="423703" y="434816"/>
                  </a:lnTo>
                  <a:lnTo>
                    <a:pt x="414759" y="382965"/>
                  </a:lnTo>
                  <a:lnTo>
                    <a:pt x="404983" y="332221"/>
                  </a:lnTo>
                  <a:lnTo>
                    <a:pt x="394422" y="284599"/>
                  </a:lnTo>
                  <a:lnTo>
                    <a:pt x="383123" y="242113"/>
                  </a:lnTo>
                  <a:lnTo>
                    <a:pt x="358494" y="180610"/>
                  </a:lnTo>
                  <a:lnTo>
                    <a:pt x="345258" y="165622"/>
                  </a:lnTo>
                  <a:lnTo>
                    <a:pt x="331469" y="163829"/>
                  </a:lnTo>
                  <a:moveTo>
                    <a:pt x="285750" y="419100"/>
                  </a:moveTo>
                  <a:lnTo>
                    <a:pt x="285750" y="419100"/>
                  </a:lnTo>
                  <a:moveTo>
                    <a:pt x="459740" y="875029"/>
                  </a:moveTo>
                  <a:lnTo>
                    <a:pt x="459740" y="875029"/>
                  </a:lnTo>
                  <a:moveTo>
                    <a:pt x="262890" y="447039"/>
                  </a:moveTo>
                  <a:lnTo>
                    <a:pt x="302879" y="465206"/>
                  </a:lnTo>
                  <a:lnTo>
                    <a:pt x="336529" y="496661"/>
                  </a:lnTo>
                  <a:lnTo>
                    <a:pt x="362376" y="538845"/>
                  </a:lnTo>
                  <a:lnTo>
                    <a:pt x="378957" y="589198"/>
                  </a:lnTo>
                  <a:lnTo>
                    <a:pt x="384810" y="645160"/>
                  </a:lnTo>
                  <a:lnTo>
                    <a:pt x="384100" y="655657"/>
                  </a:lnTo>
                  <a:lnTo>
                    <a:pt x="382014" y="649677"/>
                  </a:lnTo>
                  <a:lnTo>
                    <a:pt x="378611" y="629789"/>
                  </a:lnTo>
                  <a:lnTo>
                    <a:pt x="373953" y="598566"/>
                  </a:lnTo>
                  <a:lnTo>
                    <a:pt x="368101" y="558578"/>
                  </a:lnTo>
                  <a:lnTo>
                    <a:pt x="361116" y="512398"/>
                  </a:lnTo>
                  <a:lnTo>
                    <a:pt x="353060" y="462597"/>
                  </a:lnTo>
                  <a:lnTo>
                    <a:pt x="343992" y="411746"/>
                  </a:lnTo>
                  <a:lnTo>
                    <a:pt x="333974" y="362417"/>
                  </a:lnTo>
                  <a:lnTo>
                    <a:pt x="323068" y="317181"/>
                  </a:lnTo>
                  <a:lnTo>
                    <a:pt x="311335" y="278610"/>
                  </a:lnTo>
                  <a:lnTo>
                    <a:pt x="285629" y="231748"/>
                  </a:lnTo>
                  <a:lnTo>
                    <a:pt x="271780" y="228600"/>
                  </a:lnTo>
                  <a:moveTo>
                    <a:pt x="234950" y="447039"/>
                  </a:moveTo>
                  <a:lnTo>
                    <a:pt x="234950" y="447039"/>
                  </a:lnTo>
                  <a:moveTo>
                    <a:pt x="384810" y="839469"/>
                  </a:moveTo>
                  <a:lnTo>
                    <a:pt x="384810" y="839469"/>
                  </a:lnTo>
                  <a:moveTo>
                    <a:pt x="198119" y="483869"/>
                  </a:moveTo>
                  <a:lnTo>
                    <a:pt x="234614" y="499089"/>
                  </a:lnTo>
                  <a:lnTo>
                    <a:pt x="265440" y="525160"/>
                  </a:lnTo>
                  <a:lnTo>
                    <a:pt x="289194" y="560130"/>
                  </a:lnTo>
                  <a:lnTo>
                    <a:pt x="304474" y="602051"/>
                  </a:lnTo>
                  <a:lnTo>
                    <a:pt x="309880" y="648969"/>
                  </a:lnTo>
                  <a:lnTo>
                    <a:pt x="302200" y="703103"/>
                  </a:lnTo>
                  <a:lnTo>
                    <a:pt x="280828" y="750570"/>
                  </a:lnTo>
                  <a:lnTo>
                    <a:pt x="248265" y="787558"/>
                  </a:lnTo>
                  <a:lnTo>
                    <a:pt x="207010" y="810260"/>
                  </a:lnTo>
                  <a:moveTo>
                    <a:pt x="171450" y="483869"/>
                  </a:moveTo>
                  <a:lnTo>
                    <a:pt x="171450" y="483869"/>
                  </a:lnTo>
                  <a:moveTo>
                    <a:pt x="309880" y="810260"/>
                  </a:moveTo>
                  <a:lnTo>
                    <a:pt x="309880" y="810260"/>
                  </a:lnTo>
                  <a:moveTo>
                    <a:pt x="142240" y="514350"/>
                  </a:moveTo>
                  <a:lnTo>
                    <a:pt x="182760" y="532110"/>
                  </a:lnTo>
                  <a:lnTo>
                    <a:pt x="214947" y="564038"/>
                  </a:lnTo>
                  <a:lnTo>
                    <a:pt x="236180" y="606682"/>
                  </a:lnTo>
                  <a:lnTo>
                    <a:pt x="243840" y="656589"/>
                  </a:lnTo>
                  <a:lnTo>
                    <a:pt x="236835" y="703421"/>
                  </a:lnTo>
                  <a:lnTo>
                    <a:pt x="217328" y="744537"/>
                  </a:lnTo>
                  <a:lnTo>
                    <a:pt x="187582" y="776604"/>
                  </a:lnTo>
                  <a:lnTo>
                    <a:pt x="149860" y="796289"/>
                  </a:lnTo>
                  <a:moveTo>
                    <a:pt x="119380" y="514350"/>
                  </a:moveTo>
                  <a:lnTo>
                    <a:pt x="119380" y="514350"/>
                  </a:lnTo>
                  <a:moveTo>
                    <a:pt x="243840" y="796289"/>
                  </a:moveTo>
                  <a:lnTo>
                    <a:pt x="243840" y="796289"/>
                  </a:lnTo>
                  <a:moveTo>
                    <a:pt x="83819" y="532129"/>
                  </a:moveTo>
                  <a:lnTo>
                    <a:pt x="117475" y="547608"/>
                  </a:lnTo>
                  <a:lnTo>
                    <a:pt x="144462" y="574992"/>
                  </a:lnTo>
                  <a:lnTo>
                    <a:pt x="162401" y="611425"/>
                  </a:lnTo>
                  <a:lnTo>
                    <a:pt x="168910" y="654050"/>
                  </a:lnTo>
                  <a:lnTo>
                    <a:pt x="163016" y="694312"/>
                  </a:lnTo>
                  <a:lnTo>
                    <a:pt x="146526" y="729456"/>
                  </a:lnTo>
                  <a:lnTo>
                    <a:pt x="121225" y="756741"/>
                  </a:lnTo>
                  <a:lnTo>
                    <a:pt x="88900" y="773429"/>
                  </a:lnTo>
                  <a:moveTo>
                    <a:pt x="63500" y="532129"/>
                  </a:moveTo>
                  <a:lnTo>
                    <a:pt x="63500" y="532129"/>
                  </a:lnTo>
                  <a:moveTo>
                    <a:pt x="168910" y="774700"/>
                  </a:moveTo>
                  <a:lnTo>
                    <a:pt x="168910" y="774700"/>
                  </a:lnTo>
                  <a:moveTo>
                    <a:pt x="34290" y="566419"/>
                  </a:moveTo>
                  <a:lnTo>
                    <a:pt x="63281" y="578246"/>
                  </a:lnTo>
                  <a:lnTo>
                    <a:pt x="86201" y="599122"/>
                  </a:lnTo>
                  <a:lnTo>
                    <a:pt x="101262" y="627141"/>
                  </a:lnTo>
                  <a:lnTo>
                    <a:pt x="106680" y="660400"/>
                  </a:lnTo>
                  <a:lnTo>
                    <a:pt x="105091" y="662021"/>
                  </a:lnTo>
                  <a:lnTo>
                    <a:pt x="100504" y="637451"/>
                  </a:lnTo>
                  <a:lnTo>
                    <a:pt x="93183" y="596418"/>
                  </a:lnTo>
                  <a:lnTo>
                    <a:pt x="83397" y="548654"/>
                  </a:lnTo>
                  <a:lnTo>
                    <a:pt x="71412" y="503890"/>
                  </a:lnTo>
                  <a:lnTo>
                    <a:pt x="57494" y="471854"/>
                  </a:lnTo>
                  <a:lnTo>
                    <a:pt x="41910" y="462279"/>
                  </a:lnTo>
                  <a:moveTo>
                    <a:pt x="17780" y="566419"/>
                  </a:moveTo>
                  <a:lnTo>
                    <a:pt x="17780" y="566419"/>
                  </a:lnTo>
                  <a:moveTo>
                    <a:pt x="106680" y="751839"/>
                  </a:moveTo>
                  <a:lnTo>
                    <a:pt x="106680" y="751839"/>
                  </a:lnTo>
                  <a:moveTo>
                    <a:pt x="7619" y="595629"/>
                  </a:moveTo>
                  <a:lnTo>
                    <a:pt x="24348" y="603865"/>
                  </a:lnTo>
                  <a:lnTo>
                    <a:pt x="37623" y="619601"/>
                  </a:lnTo>
                  <a:lnTo>
                    <a:pt x="46374" y="640814"/>
                  </a:lnTo>
                  <a:lnTo>
                    <a:pt x="49530" y="665479"/>
                  </a:lnTo>
                  <a:lnTo>
                    <a:pt x="46791" y="688518"/>
                  </a:lnTo>
                  <a:lnTo>
                    <a:pt x="39052" y="708818"/>
                  </a:lnTo>
                  <a:lnTo>
                    <a:pt x="27027" y="724594"/>
                  </a:lnTo>
                  <a:lnTo>
                    <a:pt x="11430" y="734060"/>
                  </a:lnTo>
                  <a:moveTo>
                    <a:pt x="0" y="595629"/>
                  </a:moveTo>
                  <a:lnTo>
                    <a:pt x="0" y="595629"/>
                  </a:lnTo>
                  <a:moveTo>
                    <a:pt x="49530" y="734060"/>
                  </a:moveTo>
                  <a:lnTo>
                    <a:pt x="49530" y="734060"/>
                  </a:lnTo>
                </a:path>
              </a:pathLst>
            </a:custGeom>
            <a:noFill/>
            <a:ln w="468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15" name="CustomShape 70"/>
          <p:cNvSpPr/>
          <p:nvPr/>
        </p:nvSpPr>
        <p:spPr>
          <a:xfrm>
            <a:off x="2571840" y="1840320"/>
            <a:ext cx="105840" cy="360"/>
          </a:xfrm>
          <a:custGeom>
            <a:avLst/>
            <a:gdLst/>
            <a:ahLst/>
            <a:rect l="l" t="t" r="r" b="b"/>
            <a:pathLst>
              <a:path w="106680" h="0">
                <a:moveTo>
                  <a:pt x="0" y="0"/>
                </a:moveTo>
                <a:lnTo>
                  <a:pt x="106680" y="0"/>
                </a:lnTo>
              </a:path>
            </a:pathLst>
          </a:custGeom>
          <a:noFill/>
          <a:ln w="158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16" name="Group 71"/>
          <p:cNvGrpSpPr/>
          <p:nvPr/>
        </p:nvGrpSpPr>
        <p:grpSpPr>
          <a:xfrm>
            <a:off x="1676520" y="5246280"/>
            <a:ext cx="2056680" cy="991080"/>
            <a:chOff x="1676520" y="5246280"/>
            <a:chExt cx="2056680" cy="991080"/>
          </a:xfrm>
        </p:grpSpPr>
        <p:sp>
          <p:nvSpPr>
            <p:cNvPr id="617" name="CustomShape 72"/>
            <p:cNvSpPr/>
            <p:nvPr/>
          </p:nvSpPr>
          <p:spPr>
            <a:xfrm>
              <a:off x="1676520" y="52462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892300" y="0"/>
                  </a:moveTo>
                  <a:lnTo>
                    <a:pt x="165100" y="0"/>
                  </a:ln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8" name="CustomShape 73"/>
            <p:cNvSpPr/>
            <p:nvPr/>
          </p:nvSpPr>
          <p:spPr>
            <a:xfrm>
              <a:off x="1676520" y="52462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65100" y="0"/>
                  </a:move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lnTo>
                    <a:pt x="1651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991869"/>
                  </a:moveTo>
                  <a:lnTo>
                    <a:pt x="2057400" y="99186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9" name="CustomShape 74"/>
            <p:cNvSpPr/>
            <p:nvPr/>
          </p:nvSpPr>
          <p:spPr>
            <a:xfrm>
              <a:off x="2364840" y="5628600"/>
              <a:ext cx="74160" cy="74160"/>
            </a:xfrm>
            <a:custGeom>
              <a:avLst/>
              <a:gdLst/>
              <a:ahLst/>
              <a:rect l="l" t="t" r="r" b="b"/>
              <a:pathLst>
                <a:path w="74930" h="74929">
                  <a:moveTo>
                    <a:pt x="74930" y="0"/>
                  </a:moveTo>
                  <a:lnTo>
                    <a:pt x="0" y="0"/>
                  </a:lnTo>
                  <a:lnTo>
                    <a:pt x="36830" y="74930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0" name="Group 75"/>
          <p:cNvGrpSpPr/>
          <p:nvPr/>
        </p:nvGrpSpPr>
        <p:grpSpPr>
          <a:xfrm>
            <a:off x="1676520" y="2655720"/>
            <a:ext cx="2056680" cy="1675800"/>
            <a:chOff x="1676520" y="2655720"/>
            <a:chExt cx="2056680" cy="1675800"/>
          </a:xfrm>
        </p:grpSpPr>
        <p:sp>
          <p:nvSpPr>
            <p:cNvPr id="621" name="CustomShape 76"/>
            <p:cNvSpPr/>
            <p:nvPr/>
          </p:nvSpPr>
          <p:spPr>
            <a:xfrm>
              <a:off x="1676520" y="2655720"/>
              <a:ext cx="2056680" cy="1675800"/>
            </a:xfrm>
            <a:custGeom>
              <a:avLst/>
              <a:gdLst/>
              <a:ahLst/>
              <a:rect l="l" t="t" r="r" b="b"/>
              <a:pathLst>
                <a:path w="2057400" h="1676400">
                  <a:moveTo>
                    <a:pt x="1778000" y="0"/>
                  </a:moveTo>
                  <a:lnTo>
                    <a:pt x="279400" y="0"/>
                  </a:lnTo>
                  <a:lnTo>
                    <a:pt x="233024" y="4982"/>
                  </a:lnTo>
                  <a:lnTo>
                    <a:pt x="187799" y="19163"/>
                  </a:lnTo>
                  <a:lnTo>
                    <a:pt x="144874" y="41392"/>
                  </a:lnTo>
                  <a:lnTo>
                    <a:pt x="105397" y="70520"/>
                  </a:lnTo>
                  <a:lnTo>
                    <a:pt x="70520" y="105397"/>
                  </a:lnTo>
                  <a:lnTo>
                    <a:pt x="41392" y="144874"/>
                  </a:lnTo>
                  <a:lnTo>
                    <a:pt x="19163" y="187799"/>
                  </a:lnTo>
                  <a:lnTo>
                    <a:pt x="4982" y="233024"/>
                  </a:lnTo>
                  <a:lnTo>
                    <a:pt x="0" y="279400"/>
                  </a:lnTo>
                  <a:lnTo>
                    <a:pt x="0" y="1396999"/>
                  </a:lnTo>
                  <a:lnTo>
                    <a:pt x="4982" y="1443375"/>
                  </a:lnTo>
                  <a:lnTo>
                    <a:pt x="19163" y="1488600"/>
                  </a:lnTo>
                  <a:lnTo>
                    <a:pt x="41392" y="1531525"/>
                  </a:lnTo>
                  <a:lnTo>
                    <a:pt x="70520" y="1571002"/>
                  </a:lnTo>
                  <a:lnTo>
                    <a:pt x="105397" y="1605879"/>
                  </a:lnTo>
                  <a:lnTo>
                    <a:pt x="144874" y="1635007"/>
                  </a:lnTo>
                  <a:lnTo>
                    <a:pt x="187799" y="1657236"/>
                  </a:lnTo>
                  <a:lnTo>
                    <a:pt x="233024" y="1671417"/>
                  </a:lnTo>
                  <a:lnTo>
                    <a:pt x="279400" y="1676399"/>
                  </a:lnTo>
                  <a:lnTo>
                    <a:pt x="1778000" y="1676399"/>
                  </a:lnTo>
                  <a:lnTo>
                    <a:pt x="1824375" y="1671417"/>
                  </a:lnTo>
                  <a:lnTo>
                    <a:pt x="1869600" y="1657236"/>
                  </a:lnTo>
                  <a:lnTo>
                    <a:pt x="1912525" y="1635007"/>
                  </a:lnTo>
                  <a:lnTo>
                    <a:pt x="1952002" y="1605879"/>
                  </a:lnTo>
                  <a:lnTo>
                    <a:pt x="1986879" y="1571002"/>
                  </a:lnTo>
                  <a:lnTo>
                    <a:pt x="2016007" y="1531525"/>
                  </a:lnTo>
                  <a:lnTo>
                    <a:pt x="2038236" y="1488600"/>
                  </a:lnTo>
                  <a:lnTo>
                    <a:pt x="2052417" y="1443375"/>
                  </a:lnTo>
                  <a:lnTo>
                    <a:pt x="2057400" y="1396999"/>
                  </a:lnTo>
                  <a:lnTo>
                    <a:pt x="2057400" y="279400"/>
                  </a:lnTo>
                  <a:lnTo>
                    <a:pt x="2052417" y="233024"/>
                  </a:lnTo>
                  <a:lnTo>
                    <a:pt x="2038236" y="187799"/>
                  </a:lnTo>
                  <a:lnTo>
                    <a:pt x="2016007" y="144874"/>
                  </a:lnTo>
                  <a:lnTo>
                    <a:pt x="1986879" y="105397"/>
                  </a:lnTo>
                  <a:lnTo>
                    <a:pt x="1952002" y="70520"/>
                  </a:lnTo>
                  <a:lnTo>
                    <a:pt x="1912525" y="41392"/>
                  </a:lnTo>
                  <a:lnTo>
                    <a:pt x="1869600" y="19163"/>
                  </a:lnTo>
                  <a:lnTo>
                    <a:pt x="1824375" y="4982"/>
                  </a:lnTo>
                  <a:lnTo>
                    <a:pt x="17780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2" name="CustomShape 77"/>
            <p:cNvSpPr/>
            <p:nvPr/>
          </p:nvSpPr>
          <p:spPr>
            <a:xfrm>
              <a:off x="1676520" y="2655720"/>
              <a:ext cx="2056680" cy="1675800"/>
            </a:xfrm>
            <a:custGeom>
              <a:avLst/>
              <a:gdLst/>
              <a:ahLst/>
              <a:rect l="l" t="t" r="r" b="b"/>
              <a:pathLst>
                <a:path w="2057400" h="1676400">
                  <a:moveTo>
                    <a:pt x="279400" y="0"/>
                  </a:moveTo>
                  <a:lnTo>
                    <a:pt x="233024" y="4982"/>
                  </a:lnTo>
                  <a:lnTo>
                    <a:pt x="187799" y="19163"/>
                  </a:lnTo>
                  <a:lnTo>
                    <a:pt x="144874" y="41392"/>
                  </a:lnTo>
                  <a:lnTo>
                    <a:pt x="105397" y="70520"/>
                  </a:lnTo>
                  <a:lnTo>
                    <a:pt x="70520" y="105397"/>
                  </a:lnTo>
                  <a:lnTo>
                    <a:pt x="41392" y="144874"/>
                  </a:lnTo>
                  <a:lnTo>
                    <a:pt x="19163" y="187799"/>
                  </a:lnTo>
                  <a:lnTo>
                    <a:pt x="4982" y="233024"/>
                  </a:lnTo>
                  <a:lnTo>
                    <a:pt x="0" y="279400"/>
                  </a:lnTo>
                  <a:lnTo>
                    <a:pt x="0" y="1396999"/>
                  </a:lnTo>
                  <a:lnTo>
                    <a:pt x="4982" y="1443375"/>
                  </a:lnTo>
                  <a:lnTo>
                    <a:pt x="19163" y="1488600"/>
                  </a:lnTo>
                  <a:lnTo>
                    <a:pt x="41392" y="1531525"/>
                  </a:lnTo>
                  <a:lnTo>
                    <a:pt x="70520" y="1571002"/>
                  </a:lnTo>
                  <a:lnTo>
                    <a:pt x="105397" y="1605879"/>
                  </a:lnTo>
                  <a:lnTo>
                    <a:pt x="144874" y="1635007"/>
                  </a:lnTo>
                  <a:lnTo>
                    <a:pt x="187799" y="1657236"/>
                  </a:lnTo>
                  <a:lnTo>
                    <a:pt x="233024" y="1671417"/>
                  </a:lnTo>
                  <a:lnTo>
                    <a:pt x="279400" y="1676399"/>
                  </a:lnTo>
                  <a:lnTo>
                    <a:pt x="1778000" y="1676399"/>
                  </a:lnTo>
                  <a:lnTo>
                    <a:pt x="1824375" y="1671417"/>
                  </a:lnTo>
                  <a:lnTo>
                    <a:pt x="1869600" y="1657236"/>
                  </a:lnTo>
                  <a:lnTo>
                    <a:pt x="1912525" y="1635007"/>
                  </a:lnTo>
                  <a:lnTo>
                    <a:pt x="1952002" y="1605879"/>
                  </a:lnTo>
                  <a:lnTo>
                    <a:pt x="1986879" y="1571002"/>
                  </a:lnTo>
                  <a:lnTo>
                    <a:pt x="2016007" y="1531525"/>
                  </a:lnTo>
                  <a:lnTo>
                    <a:pt x="2038236" y="1488600"/>
                  </a:lnTo>
                  <a:lnTo>
                    <a:pt x="2052417" y="1443375"/>
                  </a:lnTo>
                  <a:lnTo>
                    <a:pt x="2057400" y="1396999"/>
                  </a:lnTo>
                  <a:lnTo>
                    <a:pt x="2057400" y="279400"/>
                  </a:lnTo>
                  <a:lnTo>
                    <a:pt x="2052417" y="233024"/>
                  </a:lnTo>
                  <a:lnTo>
                    <a:pt x="2038236" y="187799"/>
                  </a:lnTo>
                  <a:lnTo>
                    <a:pt x="2016007" y="144874"/>
                  </a:lnTo>
                  <a:lnTo>
                    <a:pt x="1986879" y="105397"/>
                  </a:lnTo>
                  <a:lnTo>
                    <a:pt x="1952002" y="70520"/>
                  </a:lnTo>
                  <a:lnTo>
                    <a:pt x="1912525" y="41392"/>
                  </a:lnTo>
                  <a:lnTo>
                    <a:pt x="1869600" y="19163"/>
                  </a:lnTo>
                  <a:lnTo>
                    <a:pt x="1824375" y="4982"/>
                  </a:lnTo>
                  <a:lnTo>
                    <a:pt x="1778000" y="0"/>
                  </a:lnTo>
                  <a:lnTo>
                    <a:pt x="2794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1676399"/>
                  </a:moveTo>
                  <a:lnTo>
                    <a:pt x="2057400" y="167639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3" name="CustomShape 78"/>
            <p:cNvSpPr/>
            <p:nvPr/>
          </p:nvSpPr>
          <p:spPr>
            <a:xfrm>
              <a:off x="2971800" y="3112920"/>
              <a:ext cx="720" cy="462960"/>
            </a:xfrm>
            <a:custGeom>
              <a:avLst/>
              <a:gdLst/>
              <a:ahLst/>
              <a:rect l="l" t="t" r="r" b="b"/>
              <a:pathLst>
                <a:path w="1269" h="463550">
                  <a:moveTo>
                    <a:pt x="0" y="0"/>
                  </a:moveTo>
                  <a:lnTo>
                    <a:pt x="1269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CustomShape 79"/>
            <p:cNvSpPr/>
            <p:nvPr/>
          </p:nvSpPr>
          <p:spPr>
            <a:xfrm>
              <a:off x="2935080" y="357120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5" name="CustomShape 80"/>
            <p:cNvSpPr/>
            <p:nvPr/>
          </p:nvSpPr>
          <p:spPr>
            <a:xfrm>
              <a:off x="2438280" y="3112920"/>
              <a:ext cx="720" cy="462960"/>
            </a:xfrm>
            <a:custGeom>
              <a:avLst/>
              <a:gdLst/>
              <a:ahLst/>
              <a:rect l="l" t="t" r="r" b="b"/>
              <a:pathLst>
                <a:path w="1269" h="463550">
                  <a:moveTo>
                    <a:pt x="0" y="0"/>
                  </a:moveTo>
                  <a:lnTo>
                    <a:pt x="1269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6" name="CustomShape 81"/>
            <p:cNvSpPr/>
            <p:nvPr/>
          </p:nvSpPr>
          <p:spPr>
            <a:xfrm>
              <a:off x="2401560" y="357120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27" name="CustomShape 82"/>
          <p:cNvSpPr/>
          <p:nvPr/>
        </p:nvSpPr>
        <p:spPr>
          <a:xfrm>
            <a:off x="1775520" y="3223080"/>
            <a:ext cx="6343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28" name="CustomShape 83"/>
          <p:cNvSpPr/>
          <p:nvPr/>
        </p:nvSpPr>
        <p:spPr>
          <a:xfrm>
            <a:off x="1804680" y="4470480"/>
            <a:ext cx="270360" cy="27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1" strike="noStrike" baseline="-24000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29" name="CustomShape 84"/>
          <p:cNvSpPr/>
          <p:nvPr/>
        </p:nvSpPr>
        <p:spPr>
          <a:xfrm>
            <a:off x="1830240" y="4747320"/>
            <a:ext cx="4197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64</a:t>
            </a:r>
            <a:r>
              <a:rPr b="0" lang="en-IN" sz="1600" spc="-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630" name="Group 85"/>
          <p:cNvGrpSpPr/>
          <p:nvPr/>
        </p:nvGrpSpPr>
        <p:grpSpPr>
          <a:xfrm>
            <a:off x="5486400" y="2655720"/>
            <a:ext cx="2056680" cy="1981800"/>
            <a:chOff x="5486400" y="2655720"/>
            <a:chExt cx="2056680" cy="1981800"/>
          </a:xfrm>
        </p:grpSpPr>
        <p:sp>
          <p:nvSpPr>
            <p:cNvPr id="631" name="CustomShape 86"/>
            <p:cNvSpPr/>
            <p:nvPr/>
          </p:nvSpPr>
          <p:spPr>
            <a:xfrm>
              <a:off x="5486400" y="2655720"/>
              <a:ext cx="2056680" cy="1981800"/>
            </a:xfrm>
            <a:custGeom>
              <a:avLst/>
              <a:gdLst/>
              <a:ahLst/>
              <a:rect l="l" t="t" r="r" b="b"/>
              <a:pathLst>
                <a:path w="2057400" h="1982470">
                  <a:moveTo>
                    <a:pt x="1727200" y="0"/>
                  </a:moveTo>
                  <a:lnTo>
                    <a:pt x="330200" y="0"/>
                  </a:lnTo>
                  <a:lnTo>
                    <a:pt x="285296" y="3969"/>
                  </a:lnTo>
                  <a:lnTo>
                    <a:pt x="241137" y="15381"/>
                  </a:lnTo>
                  <a:lnTo>
                    <a:pt x="198467" y="33491"/>
                  </a:lnTo>
                  <a:lnTo>
                    <a:pt x="158029" y="57555"/>
                  </a:lnTo>
                  <a:lnTo>
                    <a:pt x="120568" y="86829"/>
                  </a:lnTo>
                  <a:lnTo>
                    <a:pt x="86829" y="120568"/>
                  </a:lnTo>
                  <a:lnTo>
                    <a:pt x="57555" y="158029"/>
                  </a:lnTo>
                  <a:lnTo>
                    <a:pt x="33491" y="198467"/>
                  </a:lnTo>
                  <a:lnTo>
                    <a:pt x="15381" y="241137"/>
                  </a:lnTo>
                  <a:lnTo>
                    <a:pt x="3969" y="285296"/>
                  </a:lnTo>
                  <a:lnTo>
                    <a:pt x="0" y="330200"/>
                  </a:lnTo>
                  <a:lnTo>
                    <a:pt x="0" y="1650999"/>
                  </a:lnTo>
                  <a:lnTo>
                    <a:pt x="3969" y="1695932"/>
                  </a:lnTo>
                  <a:lnTo>
                    <a:pt x="15381" y="1740172"/>
                  </a:lnTo>
                  <a:lnTo>
                    <a:pt x="33491" y="1782964"/>
                  </a:lnTo>
                  <a:lnTo>
                    <a:pt x="57555" y="1823552"/>
                  </a:lnTo>
                  <a:lnTo>
                    <a:pt x="86829" y="1861179"/>
                  </a:lnTo>
                  <a:lnTo>
                    <a:pt x="120568" y="1895091"/>
                  </a:lnTo>
                  <a:lnTo>
                    <a:pt x="158029" y="1924532"/>
                  </a:lnTo>
                  <a:lnTo>
                    <a:pt x="198467" y="1948746"/>
                  </a:lnTo>
                  <a:lnTo>
                    <a:pt x="241137" y="1966978"/>
                  </a:lnTo>
                  <a:lnTo>
                    <a:pt x="285296" y="1978471"/>
                  </a:lnTo>
                  <a:lnTo>
                    <a:pt x="330200" y="1982469"/>
                  </a:lnTo>
                  <a:lnTo>
                    <a:pt x="1727200" y="1982469"/>
                  </a:lnTo>
                  <a:lnTo>
                    <a:pt x="1772103" y="1978471"/>
                  </a:lnTo>
                  <a:lnTo>
                    <a:pt x="1816262" y="1966978"/>
                  </a:lnTo>
                  <a:lnTo>
                    <a:pt x="1858932" y="1948746"/>
                  </a:lnTo>
                  <a:lnTo>
                    <a:pt x="1899370" y="1924532"/>
                  </a:lnTo>
                  <a:lnTo>
                    <a:pt x="1936831" y="1895091"/>
                  </a:lnTo>
                  <a:lnTo>
                    <a:pt x="1970570" y="1861179"/>
                  </a:lnTo>
                  <a:lnTo>
                    <a:pt x="1999844" y="1823552"/>
                  </a:lnTo>
                  <a:lnTo>
                    <a:pt x="2023908" y="1782964"/>
                  </a:lnTo>
                  <a:lnTo>
                    <a:pt x="2042018" y="1740172"/>
                  </a:lnTo>
                  <a:lnTo>
                    <a:pt x="2053430" y="1695932"/>
                  </a:lnTo>
                  <a:lnTo>
                    <a:pt x="2057400" y="1650999"/>
                  </a:lnTo>
                  <a:lnTo>
                    <a:pt x="2057400" y="330200"/>
                  </a:lnTo>
                  <a:lnTo>
                    <a:pt x="2053430" y="285296"/>
                  </a:lnTo>
                  <a:lnTo>
                    <a:pt x="2042018" y="241137"/>
                  </a:lnTo>
                  <a:lnTo>
                    <a:pt x="2023908" y="198467"/>
                  </a:lnTo>
                  <a:lnTo>
                    <a:pt x="1999844" y="158029"/>
                  </a:lnTo>
                  <a:lnTo>
                    <a:pt x="1970570" y="120568"/>
                  </a:lnTo>
                  <a:lnTo>
                    <a:pt x="1936831" y="86829"/>
                  </a:lnTo>
                  <a:lnTo>
                    <a:pt x="1899370" y="57555"/>
                  </a:lnTo>
                  <a:lnTo>
                    <a:pt x="1858932" y="33491"/>
                  </a:lnTo>
                  <a:lnTo>
                    <a:pt x="1816262" y="15381"/>
                  </a:lnTo>
                  <a:lnTo>
                    <a:pt x="1772103" y="3969"/>
                  </a:lnTo>
                  <a:lnTo>
                    <a:pt x="17272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CustomShape 87"/>
            <p:cNvSpPr/>
            <p:nvPr/>
          </p:nvSpPr>
          <p:spPr>
            <a:xfrm>
              <a:off x="5486400" y="2655720"/>
              <a:ext cx="2056680" cy="1981800"/>
            </a:xfrm>
            <a:custGeom>
              <a:avLst/>
              <a:gdLst/>
              <a:ahLst/>
              <a:rect l="l" t="t" r="r" b="b"/>
              <a:pathLst>
                <a:path w="2057400" h="1982470">
                  <a:moveTo>
                    <a:pt x="330200" y="0"/>
                  </a:moveTo>
                  <a:lnTo>
                    <a:pt x="285296" y="3969"/>
                  </a:lnTo>
                  <a:lnTo>
                    <a:pt x="241137" y="15381"/>
                  </a:lnTo>
                  <a:lnTo>
                    <a:pt x="198467" y="33491"/>
                  </a:lnTo>
                  <a:lnTo>
                    <a:pt x="158029" y="57555"/>
                  </a:lnTo>
                  <a:lnTo>
                    <a:pt x="120568" y="86829"/>
                  </a:lnTo>
                  <a:lnTo>
                    <a:pt x="86829" y="120568"/>
                  </a:lnTo>
                  <a:lnTo>
                    <a:pt x="57555" y="158029"/>
                  </a:lnTo>
                  <a:lnTo>
                    <a:pt x="33491" y="198467"/>
                  </a:lnTo>
                  <a:lnTo>
                    <a:pt x="15381" y="241137"/>
                  </a:lnTo>
                  <a:lnTo>
                    <a:pt x="3969" y="285296"/>
                  </a:lnTo>
                  <a:lnTo>
                    <a:pt x="0" y="330200"/>
                  </a:lnTo>
                  <a:lnTo>
                    <a:pt x="0" y="1650999"/>
                  </a:lnTo>
                  <a:lnTo>
                    <a:pt x="3969" y="1695932"/>
                  </a:lnTo>
                  <a:lnTo>
                    <a:pt x="15381" y="1740172"/>
                  </a:lnTo>
                  <a:lnTo>
                    <a:pt x="33491" y="1782964"/>
                  </a:lnTo>
                  <a:lnTo>
                    <a:pt x="57555" y="1823552"/>
                  </a:lnTo>
                  <a:lnTo>
                    <a:pt x="86829" y="1861179"/>
                  </a:lnTo>
                  <a:lnTo>
                    <a:pt x="120568" y="1895091"/>
                  </a:lnTo>
                  <a:lnTo>
                    <a:pt x="158029" y="1924532"/>
                  </a:lnTo>
                  <a:lnTo>
                    <a:pt x="198467" y="1948746"/>
                  </a:lnTo>
                  <a:lnTo>
                    <a:pt x="241137" y="1966978"/>
                  </a:lnTo>
                  <a:lnTo>
                    <a:pt x="285296" y="1978471"/>
                  </a:lnTo>
                  <a:lnTo>
                    <a:pt x="330200" y="1982469"/>
                  </a:lnTo>
                  <a:lnTo>
                    <a:pt x="1727200" y="1982469"/>
                  </a:lnTo>
                  <a:lnTo>
                    <a:pt x="1772103" y="1978471"/>
                  </a:lnTo>
                  <a:lnTo>
                    <a:pt x="1816262" y="1966978"/>
                  </a:lnTo>
                  <a:lnTo>
                    <a:pt x="1858932" y="1948746"/>
                  </a:lnTo>
                  <a:lnTo>
                    <a:pt x="1899370" y="1924532"/>
                  </a:lnTo>
                  <a:lnTo>
                    <a:pt x="1936831" y="1895091"/>
                  </a:lnTo>
                  <a:lnTo>
                    <a:pt x="1970570" y="1861179"/>
                  </a:lnTo>
                  <a:lnTo>
                    <a:pt x="1999844" y="1823552"/>
                  </a:lnTo>
                  <a:lnTo>
                    <a:pt x="2023908" y="1782964"/>
                  </a:lnTo>
                  <a:lnTo>
                    <a:pt x="2042018" y="1740172"/>
                  </a:lnTo>
                  <a:lnTo>
                    <a:pt x="2053430" y="1695932"/>
                  </a:lnTo>
                  <a:lnTo>
                    <a:pt x="2057400" y="1650999"/>
                  </a:lnTo>
                  <a:lnTo>
                    <a:pt x="2057400" y="330200"/>
                  </a:lnTo>
                  <a:lnTo>
                    <a:pt x="2053430" y="285296"/>
                  </a:lnTo>
                  <a:lnTo>
                    <a:pt x="2042018" y="241137"/>
                  </a:lnTo>
                  <a:lnTo>
                    <a:pt x="2023908" y="198467"/>
                  </a:lnTo>
                  <a:lnTo>
                    <a:pt x="1999844" y="158029"/>
                  </a:lnTo>
                  <a:lnTo>
                    <a:pt x="1970570" y="120568"/>
                  </a:lnTo>
                  <a:lnTo>
                    <a:pt x="1936831" y="86829"/>
                  </a:lnTo>
                  <a:lnTo>
                    <a:pt x="1899370" y="57555"/>
                  </a:lnTo>
                  <a:lnTo>
                    <a:pt x="1858932" y="33491"/>
                  </a:lnTo>
                  <a:lnTo>
                    <a:pt x="1816262" y="15381"/>
                  </a:lnTo>
                  <a:lnTo>
                    <a:pt x="1772103" y="3969"/>
                  </a:lnTo>
                  <a:lnTo>
                    <a:pt x="1727200" y="0"/>
                  </a:lnTo>
                  <a:lnTo>
                    <a:pt x="3302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1982469"/>
                  </a:moveTo>
                  <a:lnTo>
                    <a:pt x="2057400" y="198246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CustomShape 88"/>
            <p:cNvSpPr/>
            <p:nvPr/>
          </p:nvSpPr>
          <p:spPr>
            <a:xfrm>
              <a:off x="6781680" y="3112920"/>
              <a:ext cx="720" cy="462960"/>
            </a:xfrm>
            <a:custGeom>
              <a:avLst/>
              <a:gdLst/>
              <a:ahLst/>
              <a:rect l="l" t="t" r="r" b="b"/>
              <a:pathLst>
                <a:path w="1270" h="463550">
                  <a:moveTo>
                    <a:pt x="0" y="0"/>
                  </a:moveTo>
                  <a:lnTo>
                    <a:pt x="1270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CustomShape 89"/>
            <p:cNvSpPr/>
            <p:nvPr/>
          </p:nvSpPr>
          <p:spPr>
            <a:xfrm>
              <a:off x="6744960" y="357120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5" name="CustomShape 90"/>
            <p:cNvSpPr/>
            <p:nvPr/>
          </p:nvSpPr>
          <p:spPr>
            <a:xfrm>
              <a:off x="6248520" y="3112920"/>
              <a:ext cx="720" cy="462960"/>
            </a:xfrm>
            <a:custGeom>
              <a:avLst/>
              <a:gdLst/>
              <a:ahLst/>
              <a:rect l="l" t="t" r="r" b="b"/>
              <a:pathLst>
                <a:path w="1270" h="463550">
                  <a:moveTo>
                    <a:pt x="0" y="0"/>
                  </a:moveTo>
                  <a:lnTo>
                    <a:pt x="1270" y="46355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6" name="CustomShape 91"/>
            <p:cNvSpPr/>
            <p:nvPr/>
          </p:nvSpPr>
          <p:spPr>
            <a:xfrm>
              <a:off x="6211440" y="3571200"/>
              <a:ext cx="75600" cy="74160"/>
            </a:xfrm>
            <a:custGeom>
              <a:avLst/>
              <a:gdLst/>
              <a:ahLst/>
              <a:rect l="l" t="t" r="r" b="b"/>
              <a:pathLst>
                <a:path w="76200" h="74929">
                  <a:moveTo>
                    <a:pt x="76200" y="0"/>
                  </a:moveTo>
                  <a:lnTo>
                    <a:pt x="0" y="0"/>
                  </a:lnTo>
                  <a:lnTo>
                    <a:pt x="38100" y="7493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37" name="CustomShape 92"/>
          <p:cNvSpPr/>
          <p:nvPr/>
        </p:nvSpPr>
        <p:spPr>
          <a:xfrm>
            <a:off x="6783120" y="3223080"/>
            <a:ext cx="6336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38" name="CustomShape 93"/>
          <p:cNvSpPr/>
          <p:nvPr/>
        </p:nvSpPr>
        <p:spPr>
          <a:xfrm>
            <a:off x="5791320" y="2848680"/>
            <a:ext cx="75600" cy="74160"/>
          </a:xfrm>
          <a:custGeom>
            <a:avLst/>
            <a:gdLst/>
            <a:ahLst/>
            <a:rect l="l" t="t" r="r" b="b"/>
            <a:pathLst>
              <a:path w="76200" h="74930">
                <a:moveTo>
                  <a:pt x="0" y="0"/>
                </a:moveTo>
                <a:lnTo>
                  <a:pt x="0" y="74929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94"/>
          <p:cNvSpPr/>
          <p:nvPr/>
        </p:nvSpPr>
        <p:spPr>
          <a:xfrm>
            <a:off x="2247840" y="2685960"/>
            <a:ext cx="4695840" cy="88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algn="ctr">
              <a:lnSpc>
                <a:spcPts val="1624"/>
              </a:lnSpc>
              <a:spcBef>
                <a:spcPts val="99"/>
              </a:spcBef>
            </a:pP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 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	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RAND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DejaVu Sans"/>
              </a:rPr>
              <a:t>	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ts val="1624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RAND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RAND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-1" strike="noStrike" baseline="-24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681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 bit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0" name="CustomShape 95"/>
          <p:cNvSpPr/>
          <p:nvPr/>
        </p:nvSpPr>
        <p:spPr>
          <a:xfrm>
            <a:off x="4114800" y="5280480"/>
            <a:ext cx="916920" cy="50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1600" bIns="0"/>
          <a:p>
            <a:pPr marL="12600">
              <a:lnSpc>
                <a:spcPts val="1911"/>
              </a:lnSpc>
              <a:spcBef>
                <a:spcPts val="170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encr</a:t>
            </a: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ted  data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1" name="CustomShape 96"/>
          <p:cNvSpPr/>
          <p:nvPr/>
        </p:nvSpPr>
        <p:spPr>
          <a:xfrm>
            <a:off x="1787040" y="2124720"/>
            <a:ext cx="19742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mobile 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IN" sz="16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(BTS)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2" name="CustomShape 97"/>
          <p:cNvSpPr/>
          <p:nvPr/>
        </p:nvSpPr>
        <p:spPr>
          <a:xfrm>
            <a:off x="5943600" y="2080080"/>
            <a:ext cx="11646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 with</a:t>
            </a:r>
            <a:r>
              <a:rPr b="0" lang="en-IN" sz="1600" spc="-7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SIM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3" name="CustomShape 98"/>
          <p:cNvSpPr/>
          <p:nvPr/>
        </p:nvSpPr>
        <p:spPr>
          <a:xfrm>
            <a:off x="941040" y="3130560"/>
            <a:ext cx="3178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4" name="CustomShape 99"/>
          <p:cNvSpPr/>
          <p:nvPr/>
        </p:nvSpPr>
        <p:spPr>
          <a:xfrm>
            <a:off x="770760" y="5401440"/>
            <a:ext cx="44244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5" name="CustomShape 100"/>
          <p:cNvSpPr/>
          <p:nvPr/>
        </p:nvSpPr>
        <p:spPr>
          <a:xfrm>
            <a:off x="7697520" y="3130560"/>
            <a:ext cx="38592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SIM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646" name="Group 101"/>
          <p:cNvGrpSpPr/>
          <p:nvPr/>
        </p:nvGrpSpPr>
        <p:grpSpPr>
          <a:xfrm>
            <a:off x="5486400" y="5246280"/>
            <a:ext cx="2056680" cy="991080"/>
            <a:chOff x="5486400" y="5246280"/>
            <a:chExt cx="2056680" cy="991080"/>
          </a:xfrm>
        </p:grpSpPr>
        <p:sp>
          <p:nvSpPr>
            <p:cNvPr id="647" name="CustomShape 102"/>
            <p:cNvSpPr/>
            <p:nvPr/>
          </p:nvSpPr>
          <p:spPr>
            <a:xfrm>
              <a:off x="5486400" y="52462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892300" y="0"/>
                  </a:moveTo>
                  <a:lnTo>
                    <a:pt x="165100" y="0"/>
                  </a:ln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rgbClr val="d9d9f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8" name="CustomShape 103"/>
            <p:cNvSpPr/>
            <p:nvPr/>
          </p:nvSpPr>
          <p:spPr>
            <a:xfrm>
              <a:off x="5486400" y="5246280"/>
              <a:ext cx="2056680" cy="991080"/>
            </a:xfrm>
            <a:custGeom>
              <a:avLst/>
              <a:gdLst/>
              <a:ahLst/>
              <a:rect l="l" t="t" r="r" b="b"/>
              <a:pathLst>
                <a:path w="2057400" h="991870">
                  <a:moveTo>
                    <a:pt x="165100" y="0"/>
                  </a:move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099"/>
                  </a:lnTo>
                  <a:lnTo>
                    <a:pt x="0" y="825499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69"/>
                  </a:lnTo>
                  <a:lnTo>
                    <a:pt x="1892300" y="991869"/>
                  </a:lnTo>
                  <a:lnTo>
                    <a:pt x="1933192" y="985278"/>
                  </a:lnTo>
                  <a:lnTo>
                    <a:pt x="1971792" y="967081"/>
                  </a:lnTo>
                  <a:lnTo>
                    <a:pt x="2005806" y="939641"/>
                  </a:lnTo>
                  <a:lnTo>
                    <a:pt x="2032940" y="905321"/>
                  </a:lnTo>
                  <a:lnTo>
                    <a:pt x="2050903" y="866486"/>
                  </a:lnTo>
                  <a:lnTo>
                    <a:pt x="2057400" y="825499"/>
                  </a:lnTo>
                  <a:lnTo>
                    <a:pt x="2057400" y="165099"/>
                  </a:lnTo>
                  <a:lnTo>
                    <a:pt x="2050903" y="124207"/>
                  </a:lnTo>
                  <a:lnTo>
                    <a:pt x="2032940" y="85607"/>
                  </a:lnTo>
                  <a:lnTo>
                    <a:pt x="2005806" y="51593"/>
                  </a:lnTo>
                  <a:lnTo>
                    <a:pt x="1971792" y="24459"/>
                  </a:lnTo>
                  <a:lnTo>
                    <a:pt x="1933192" y="6496"/>
                  </a:lnTo>
                  <a:lnTo>
                    <a:pt x="1892300" y="0"/>
                  </a:lnTo>
                  <a:lnTo>
                    <a:pt x="16510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moveTo>
                    <a:pt x="2057400" y="991869"/>
                  </a:moveTo>
                  <a:lnTo>
                    <a:pt x="2057400" y="99186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49" name="CustomShape 104"/>
          <p:cNvSpPr/>
          <p:nvPr/>
        </p:nvSpPr>
        <p:spPr>
          <a:xfrm>
            <a:off x="5981760" y="5713560"/>
            <a:ext cx="1065960" cy="349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06560" bIns="0"/>
          <a:p>
            <a:pPr marL="90000">
              <a:lnSpc>
                <a:spcPct val="100000"/>
              </a:lnSpc>
              <a:spcBef>
                <a:spcPts val="83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0" name="CustomShape 105"/>
          <p:cNvSpPr/>
          <p:nvPr/>
        </p:nvSpPr>
        <p:spPr>
          <a:xfrm>
            <a:off x="5538600" y="4671000"/>
            <a:ext cx="270360" cy="27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r>
              <a:rPr b="0" lang="en-IN" sz="1350" spc="1" strike="noStrike" baseline="-24000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51" name="CustomShape 106"/>
          <p:cNvSpPr/>
          <p:nvPr/>
        </p:nvSpPr>
        <p:spPr>
          <a:xfrm>
            <a:off x="5563800" y="4947840"/>
            <a:ext cx="46476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64</a:t>
            </a:r>
            <a:r>
              <a:rPr b="0" lang="en-IN" sz="1600" spc="-80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bi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2" name="CustomShape 107"/>
          <p:cNvSpPr/>
          <p:nvPr/>
        </p:nvSpPr>
        <p:spPr>
          <a:xfrm>
            <a:off x="6173640" y="5628600"/>
            <a:ext cx="75600" cy="74160"/>
          </a:xfrm>
          <a:custGeom>
            <a:avLst/>
            <a:gdLst/>
            <a:ahLst/>
            <a:rect l="l" t="t" r="r" b="b"/>
            <a:pathLst>
              <a:path w="76200" h="74929">
                <a:moveTo>
                  <a:pt x="76200" y="0"/>
                </a:moveTo>
                <a:lnTo>
                  <a:pt x="0" y="0"/>
                </a:lnTo>
                <a:lnTo>
                  <a:pt x="38100" y="7493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3" name="CustomShape 108"/>
          <p:cNvSpPr/>
          <p:nvPr/>
        </p:nvSpPr>
        <p:spPr>
          <a:xfrm>
            <a:off x="2171880" y="5713560"/>
            <a:ext cx="1065960" cy="349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06560" bIns="0"/>
          <a:p>
            <a:pPr marL="89640">
              <a:lnSpc>
                <a:spcPct val="100000"/>
              </a:lnSpc>
              <a:spcBef>
                <a:spcPts val="839"/>
              </a:spcBef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A5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654" name="Group 109"/>
          <p:cNvGrpSpPr/>
          <p:nvPr/>
        </p:nvGrpSpPr>
        <p:grpSpPr>
          <a:xfrm>
            <a:off x="3265200" y="5791320"/>
            <a:ext cx="2688840" cy="304200"/>
            <a:chOff x="3265200" y="5791320"/>
            <a:chExt cx="2688840" cy="304200"/>
          </a:xfrm>
        </p:grpSpPr>
        <p:sp>
          <p:nvSpPr>
            <p:cNvPr id="655" name="CustomShape 110"/>
            <p:cNvSpPr/>
            <p:nvPr/>
          </p:nvSpPr>
          <p:spPr>
            <a:xfrm>
              <a:off x="3336120" y="5828040"/>
              <a:ext cx="2617920" cy="720"/>
            </a:xfrm>
            <a:custGeom>
              <a:avLst/>
              <a:gdLst/>
              <a:ahLst/>
              <a:rect l="l" t="t" r="r" b="b"/>
              <a:pathLst>
                <a:path w="2618740" h="1270">
                  <a:moveTo>
                    <a:pt x="2618740" y="0"/>
                  </a:moveTo>
                  <a:lnTo>
                    <a:pt x="0" y="1270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6" name="CustomShape 111"/>
            <p:cNvSpPr/>
            <p:nvPr/>
          </p:nvSpPr>
          <p:spPr>
            <a:xfrm>
              <a:off x="3265200" y="5791320"/>
              <a:ext cx="2677680" cy="304200"/>
            </a:xfrm>
            <a:custGeom>
              <a:avLst/>
              <a:gdLst/>
              <a:ahLst/>
              <a:rect l="l" t="t" r="r" b="b"/>
              <a:pathLst>
                <a:path w="2678429" h="3048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  <a:moveTo>
                    <a:pt x="2678430" y="266700"/>
                  </a:moveTo>
                  <a:lnTo>
                    <a:pt x="2602230" y="228600"/>
                  </a:lnTo>
                  <a:lnTo>
                    <a:pt x="2602230" y="304800"/>
                  </a:lnTo>
                  <a:lnTo>
                    <a:pt x="2678430" y="266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57" name="CustomShape 112"/>
          <p:cNvSpPr/>
          <p:nvPr/>
        </p:nvSpPr>
        <p:spPr>
          <a:xfrm>
            <a:off x="3259080" y="5807880"/>
            <a:ext cx="267768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 </a:t>
            </a:r>
            <a:r>
              <a:rPr b="0" lang="en-IN" sz="16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DejaVu Sans"/>
              </a:rPr>
              <a:t>	</a:t>
            </a:r>
            <a:endParaRPr b="0" lang="en-IN" sz="1600" spc="-1" strike="noStrike">
              <a:latin typeface="Arial"/>
            </a:endParaRPr>
          </a:p>
        </p:txBody>
      </p:sp>
      <p:graphicFrame>
        <p:nvGraphicFramePr>
          <p:cNvPr id="658" name="Table 113"/>
          <p:cNvGraphicFramePr/>
          <p:nvPr/>
        </p:nvGraphicFramePr>
        <p:xfrm>
          <a:off x="2205000" y="3641400"/>
          <a:ext cx="990000" cy="1991520"/>
        </p:xfrm>
        <a:graphic>
          <a:graphicData uri="http://schemas.openxmlformats.org/drawingml/2006/table">
            <a:tbl>
              <a:tblPr/>
              <a:tblGrid>
                <a:gridCol w="190800"/>
                <a:gridCol w="799560"/>
              </a:tblGrid>
              <a:tr h="533160">
                <a:tc gridSpan="2">
                  <a:txBody>
                    <a:bodyPr/>
                    <a:p>
                      <a:pPr marL="896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A8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14587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 marL="2592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"/>
                        </a:spcBef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 marL="35568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data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659" name="CustomShape 114"/>
          <p:cNvSpPr/>
          <p:nvPr/>
        </p:nvSpPr>
        <p:spPr>
          <a:xfrm>
            <a:off x="7849800" y="5509080"/>
            <a:ext cx="329400" cy="25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MS</a:t>
            </a:r>
            <a:endParaRPr b="0" lang="en-IN" sz="1600" spc="-1" strike="noStrike">
              <a:latin typeface="Arial"/>
            </a:endParaRPr>
          </a:p>
        </p:txBody>
      </p:sp>
      <p:grpSp>
        <p:nvGrpSpPr>
          <p:cNvPr id="660" name="Group 115"/>
          <p:cNvGrpSpPr/>
          <p:nvPr/>
        </p:nvGrpSpPr>
        <p:grpSpPr>
          <a:xfrm>
            <a:off x="2553840" y="5474880"/>
            <a:ext cx="75600" cy="228240"/>
            <a:chOff x="2553840" y="5474880"/>
            <a:chExt cx="75600" cy="228240"/>
          </a:xfrm>
        </p:grpSpPr>
        <p:sp>
          <p:nvSpPr>
            <p:cNvPr id="661" name="CustomShape 116"/>
            <p:cNvSpPr/>
            <p:nvPr/>
          </p:nvSpPr>
          <p:spPr>
            <a:xfrm>
              <a:off x="2590920" y="5474880"/>
              <a:ext cx="720" cy="158040"/>
            </a:xfrm>
            <a:custGeom>
              <a:avLst/>
              <a:gdLst/>
              <a:ahLst/>
              <a:rect l="l" t="t" r="r" b="b"/>
              <a:pathLst>
                <a:path w="1269" h="158750">
                  <a:moveTo>
                    <a:pt x="0" y="0"/>
                  </a:moveTo>
                  <a:lnTo>
                    <a:pt x="1269" y="15874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CustomShape 117"/>
            <p:cNvSpPr/>
            <p:nvPr/>
          </p:nvSpPr>
          <p:spPr>
            <a:xfrm>
              <a:off x="2553840" y="5627520"/>
              <a:ext cx="75600" cy="7560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1269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63" name="Table 118"/>
          <p:cNvGraphicFramePr/>
          <p:nvPr/>
        </p:nvGraphicFramePr>
        <p:xfrm>
          <a:off x="6015240" y="3641400"/>
          <a:ext cx="990000" cy="2240640"/>
        </p:xfrm>
        <a:graphic>
          <a:graphicData uri="http://schemas.openxmlformats.org/drawingml/2006/table">
            <a:tbl>
              <a:tblPr/>
              <a:tblGrid>
                <a:gridCol w="190800"/>
                <a:gridCol w="799560"/>
              </a:tblGrid>
              <a:tr h="388440">
                <a:tc gridSpan="2">
                  <a:txBody>
                    <a:bodyPr/>
                    <a:p>
                      <a:pPr marL="9000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A8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18525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"/>
                        </a:spcBef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  <a:endParaRPr b="0" lang="en-IN" sz="1600" spc="-1" strike="noStrike">
                        <a:latin typeface="Arial"/>
                      </a:endParaRPr>
                    </a:p>
                  </a:txBody>
                  <a:tcPr marL="91440" marR="91440"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 marL="51480">
                        <a:lnSpc>
                          <a:spcPct val="100000"/>
                        </a:lnSpc>
                        <a:spcBef>
                          <a:spcPts val="1621"/>
                        </a:spcBef>
                      </a:pPr>
                      <a:r>
                        <a:rPr b="0" lang="en-IN" sz="1600" spc="-321" strike="noStrike">
                          <a:solidFill>
                            <a:srgbClr val="000000"/>
                          </a:solidFill>
                          <a:latin typeface="Arial"/>
                        </a:rPr>
                        <a:t>SR</a:t>
                      </a:r>
                      <a:r>
                        <a:rPr b="0" lang="en-IN" sz="2400" spc="-483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d</a:t>
                      </a:r>
                      <a:r>
                        <a:rPr b="0" lang="en-IN" sz="1600" spc="-32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r>
                        <a:rPr b="0" lang="en-IN" sz="2400" spc="-483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IN" sz="1600" spc="-32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r>
                        <a:rPr b="0" lang="en-IN" sz="2400" spc="-483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ta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  <p:grpSp>
        <p:nvGrpSpPr>
          <p:cNvPr id="664" name="Group 119"/>
          <p:cNvGrpSpPr/>
          <p:nvPr/>
        </p:nvGrpSpPr>
        <p:grpSpPr>
          <a:xfrm>
            <a:off x="6364080" y="5474880"/>
            <a:ext cx="75600" cy="228240"/>
            <a:chOff x="6364080" y="5474880"/>
            <a:chExt cx="75600" cy="228240"/>
          </a:xfrm>
        </p:grpSpPr>
        <p:sp>
          <p:nvSpPr>
            <p:cNvPr id="665" name="CustomShape 120"/>
            <p:cNvSpPr/>
            <p:nvPr/>
          </p:nvSpPr>
          <p:spPr>
            <a:xfrm>
              <a:off x="6400800" y="5474880"/>
              <a:ext cx="720" cy="158040"/>
            </a:xfrm>
            <a:custGeom>
              <a:avLst/>
              <a:gdLst/>
              <a:ahLst/>
              <a:rect l="l" t="t" r="r" b="b"/>
              <a:pathLst>
                <a:path w="1270" h="158750">
                  <a:moveTo>
                    <a:pt x="0" y="0"/>
                  </a:moveTo>
                  <a:lnTo>
                    <a:pt x="1270" y="158749"/>
                  </a:lnTo>
                </a:path>
              </a:pathLst>
            </a:cu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CustomShape 121"/>
            <p:cNvSpPr/>
            <p:nvPr/>
          </p:nvSpPr>
          <p:spPr>
            <a:xfrm>
              <a:off x="6364080" y="5627520"/>
              <a:ext cx="75600" cy="75600"/>
            </a:xfrm>
            <a:custGeom>
              <a:avLst/>
              <a:gdLst/>
              <a:ah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1269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7" name="CustomShape 122"/>
          <p:cNvSpPr/>
          <p:nvPr/>
        </p:nvSpPr>
        <p:spPr>
          <a:xfrm>
            <a:off x="685800" y="4442400"/>
            <a:ext cx="578520" cy="50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1600" bIns="0"/>
          <a:p>
            <a:pPr marL="12600">
              <a:lnSpc>
                <a:spcPts val="1911"/>
              </a:lnSpc>
              <a:spcBef>
                <a:spcPts val="170"/>
              </a:spcBef>
            </a:pPr>
            <a:r>
              <a:rPr b="0" lang="en-IN" sz="1600" spc="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ip</a:t>
            </a:r>
            <a:r>
              <a:rPr b="0" lang="en-IN" sz="1600" spc="-7" strike="noStrike">
                <a:solidFill>
                  <a:srgbClr val="000000"/>
                </a:solidFill>
                <a:latin typeface="Arial"/>
                <a:ea typeface="DejaVu Sans"/>
              </a:rPr>
              <a:t>h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er  key</a:t>
            </a:r>
            <a:endParaRPr b="0" lang="en-IN" sz="1600" spc="-1" strike="noStrike"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CustomShape 1"/>
          <p:cNvSpPr/>
          <p:nvPr/>
        </p:nvSpPr>
        <p:spPr>
          <a:xfrm>
            <a:off x="1229400" y="1153080"/>
            <a:ext cx="651312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3600" spc="-26" strike="noStrike">
                <a:solidFill>
                  <a:srgbClr val="333399"/>
                </a:solidFill>
                <a:latin typeface="DejaVu Sans"/>
              </a:rPr>
              <a:t>TMSI-Key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Based</a:t>
            </a:r>
            <a:r>
              <a:rPr b="0" lang="en-IN" sz="3600" spc="-55" strike="noStrike">
                <a:solidFill>
                  <a:srgbClr val="333399"/>
                </a:solidFill>
                <a:latin typeface="DejaVu Sans"/>
              </a:rPr>
              <a:t> </a:t>
            </a:r>
            <a:r>
              <a:rPr b="0" lang="en-IN" sz="3600" spc="-1" strike="noStrike">
                <a:solidFill>
                  <a:srgbClr val="333399"/>
                </a:solidFill>
                <a:latin typeface="DejaVu Sans"/>
              </a:rPr>
              <a:t>Security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69" name="CustomShape 2"/>
          <p:cNvSpPr/>
          <p:nvPr/>
        </p:nvSpPr>
        <p:spPr>
          <a:xfrm>
            <a:off x="1069200" y="184140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670" name="CustomShape 3"/>
          <p:cNvSpPr/>
          <p:nvPr/>
        </p:nvSpPr>
        <p:spPr>
          <a:xfrm>
            <a:off x="1400760" y="1709280"/>
            <a:ext cx="7594560" cy="478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/>
          <a:p>
            <a:pPr marL="12600" algn="just">
              <a:lnSpc>
                <a:spcPct val="100000"/>
              </a:lnSpc>
              <a:spcBef>
                <a:spcPts val="70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is most used in a GSM cellular</a:t>
            </a:r>
            <a:r>
              <a:rPr b="0" lang="en-IN" sz="2400" spc="7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network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a TMSI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</a:rPr>
              <a:t>key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provides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a temporary identification to  a cell phone and is 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provided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by the network upon  authentication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a TMSI </a:t>
            </a:r>
            <a:r>
              <a:rPr b="0" lang="en-IN" sz="2400" spc="-29" strike="noStrike">
                <a:solidFill>
                  <a:srgbClr val="000000"/>
                </a:solidFill>
                <a:latin typeface="DejaVu Sans"/>
              </a:rPr>
              <a:t>key </a:t>
            </a:r>
            <a:r>
              <a:rPr b="0" lang="en-IN" sz="2400" spc="-21" strike="noStrike">
                <a:solidFill>
                  <a:srgbClr val="000000"/>
                </a:solidFill>
                <a:latin typeface="DejaVu Sans"/>
              </a:rPr>
              <a:t>keeps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changing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</a:rPr>
              <a:t>according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to the  location of the cell phone this way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</a:rPr>
              <a:t>preventing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unauthorized access to a channel and 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</a:rPr>
              <a:t>preventing 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intruder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</a:rPr>
              <a:t>from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tracing</a:t>
            </a:r>
            <a:r>
              <a:rPr b="0" lang="en-IN" sz="2400" spc="15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location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90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the mapping between IMSI and TMSI </a:t>
            </a:r>
            <a:r>
              <a:rPr b="0" lang="en-IN" sz="2400" spc="-26" strike="noStrike">
                <a:solidFill>
                  <a:srgbClr val="000000"/>
                </a:solidFill>
                <a:latin typeface="DejaVu Sans"/>
              </a:rPr>
              <a:t>keys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is  handled by the</a:t>
            </a:r>
            <a:r>
              <a:rPr b="0" lang="en-IN" sz="2400" spc="-7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VLR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ISMI </a:t>
            </a:r>
            <a:r>
              <a:rPr b="0" lang="en-IN" sz="2400" spc="-15" strike="noStrike">
                <a:solidFill>
                  <a:srgbClr val="000000"/>
                </a:solidFill>
                <a:latin typeface="DejaVu Sans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used only when the SIM </a:t>
            </a:r>
            <a:r>
              <a:rPr b="0" lang="en-IN" sz="2400" spc="1" strike="noStrike">
                <a:solidFill>
                  <a:srgbClr val="000000"/>
                </a:solidFill>
                <a:latin typeface="DejaVu Sans"/>
              </a:rPr>
              <a:t>is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used for the  first</a:t>
            </a:r>
            <a:r>
              <a:rPr b="0" lang="en-IN" sz="2400" spc="-9" strike="noStrike">
                <a:solidFill>
                  <a:srgbClr val="000000"/>
                </a:solidFill>
                <a:latin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DejaVu Sans"/>
              </a:rPr>
              <a:t>time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71" name="CustomShape 4"/>
          <p:cNvSpPr/>
          <p:nvPr/>
        </p:nvSpPr>
        <p:spPr>
          <a:xfrm>
            <a:off x="1069200" y="22834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672" name="CustomShape 5"/>
          <p:cNvSpPr/>
          <p:nvPr/>
        </p:nvSpPr>
        <p:spPr>
          <a:xfrm>
            <a:off x="1069200" y="3457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673" name="CustomShape 6"/>
          <p:cNvSpPr/>
          <p:nvPr/>
        </p:nvSpPr>
        <p:spPr>
          <a:xfrm>
            <a:off x="1069200" y="49960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674" name="CustomShape 7"/>
          <p:cNvSpPr/>
          <p:nvPr/>
        </p:nvSpPr>
        <p:spPr>
          <a:xfrm>
            <a:off x="1069200" y="5802480"/>
            <a:ext cx="164520" cy="23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b="0" lang="en-IN" sz="1450" spc="1551" strike="noStrike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endParaRPr b="0" lang="en-IN" sz="1450" spc="-1" strike="noStrike"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CustomShape 1"/>
          <p:cNvSpPr/>
          <p:nvPr/>
        </p:nvSpPr>
        <p:spPr>
          <a:xfrm>
            <a:off x="1229400" y="1031400"/>
            <a:ext cx="2482200" cy="135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4400" spc="-197" strike="noStrike">
                <a:solidFill>
                  <a:srgbClr val="333399"/>
                </a:solidFill>
                <a:latin typeface="DejaVu Sans"/>
              </a:rPr>
              <a:t>R</a:t>
            </a:r>
            <a:r>
              <a:rPr b="0" lang="en-IN" sz="4400" spc="1" strike="noStrike">
                <a:solidFill>
                  <a:srgbClr val="333399"/>
                </a:solidFill>
                <a:latin typeface="DejaVu Sans"/>
              </a:rPr>
              <a:t>o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am</a:t>
            </a:r>
            <a:r>
              <a:rPr b="0" lang="en-IN" sz="4400" spc="1" strike="noStrike">
                <a:solidFill>
                  <a:srgbClr val="333399"/>
                </a:solidFill>
                <a:latin typeface="DejaVu Sans"/>
              </a:rPr>
              <a:t>i</a:t>
            </a:r>
            <a:r>
              <a:rPr b="0" lang="en-IN" sz="4400" spc="-1" strike="noStrike">
                <a:solidFill>
                  <a:srgbClr val="333399"/>
                </a:solidFill>
                <a:latin typeface="DejaVu Sans"/>
              </a:rPr>
              <a:t>ng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76" name="CustomShape 2"/>
          <p:cNvSpPr/>
          <p:nvPr/>
        </p:nvSpPr>
        <p:spPr>
          <a:xfrm>
            <a:off x="1235880" y="2050920"/>
            <a:ext cx="7472520" cy="12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8320" bIns="0"/>
          <a:p>
            <a:pPr marL="369720" indent="-330840" algn="just">
              <a:lnSpc>
                <a:spcPct val="89000"/>
              </a:lnSpc>
              <a:spcBef>
                <a:spcPts val="459"/>
              </a:spcBef>
            </a:pPr>
            <a:r>
              <a:rPr b="0" lang="en-IN" sz="2700" spc="2926" strike="noStrike" baseline="20000">
                <a:solidFill>
                  <a:srgbClr val="3333cc"/>
                </a:solidFill>
                <a:latin typeface="OpenSymbol"/>
                <a:ea typeface="DejaVu Sans"/>
              </a:rPr>
              <a:t></a:t>
            </a:r>
            <a:r>
              <a:rPr b="0" lang="en-IN" sz="2700" spc="361" strike="noStrike" baseline="20000">
                <a:solidFill>
                  <a:srgbClr val="3333cc"/>
                </a:solidFill>
                <a:latin typeface="OpenSymbol"/>
                <a:ea typeface="DejaVu Sans"/>
              </a:rPr>
              <a:t>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When a MS enters another </a:t>
            </a:r>
            <a:r>
              <a:rPr b="0" lang="en-IN" sz="3000" spc="-236" strike="noStrike">
                <a:solidFill>
                  <a:srgbClr val="000000"/>
                </a:solidFill>
                <a:latin typeface="DejaVu Sans"/>
                <a:ea typeface="DejaVu Sans"/>
              </a:rPr>
              <a:t>operators 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network, it can be allowed to </a:t>
            </a:r>
            <a:r>
              <a:rPr b="0" lang="en-IN" sz="3000" spc="-7" strike="noStrike">
                <a:solidFill>
                  <a:srgbClr val="000000"/>
                </a:solidFill>
                <a:latin typeface="DejaVu Sans"/>
                <a:ea typeface="DejaVu Sans"/>
              </a:rPr>
              <a:t>use</a:t>
            </a:r>
            <a:r>
              <a:rPr b="0" lang="en-IN" sz="3000" spc="-100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 services of this</a:t>
            </a:r>
            <a:r>
              <a:rPr b="0" lang="en-IN" sz="3000" spc="-35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operator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677" name="CustomShape 3"/>
          <p:cNvSpPr/>
          <p:nvPr/>
        </p:nvSpPr>
        <p:spPr>
          <a:xfrm>
            <a:off x="1718280" y="3445560"/>
            <a:ext cx="16380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400" spc="1580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8" name="CustomShape 4"/>
          <p:cNvSpPr/>
          <p:nvPr/>
        </p:nvSpPr>
        <p:spPr>
          <a:xfrm>
            <a:off x="1992600" y="3373200"/>
            <a:ext cx="6285240" cy="120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8320" bIns="0"/>
          <a:p>
            <a:pPr marL="12600">
              <a:lnSpc>
                <a:spcPts val="2801"/>
              </a:lnSpc>
              <a:spcBef>
                <a:spcPts val="459"/>
              </a:spcBef>
            </a:pPr>
            <a:r>
              <a:rPr b="0" lang="en-IN" sz="26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Operator to operator </a:t>
            </a:r>
            <a:r>
              <a:rPr b="0" lang="en-IN" sz="2600" spc="-7" strike="noStrike">
                <a:solidFill>
                  <a:srgbClr val="000000"/>
                </a:solidFill>
                <a:latin typeface="DejaVu Sans"/>
                <a:ea typeface="DejaVu Sans"/>
              </a:rPr>
              <a:t>agreements </a:t>
            </a:r>
            <a:r>
              <a:rPr b="0" lang="en-IN" sz="2600" spc="-1" strike="noStrike">
                <a:solidFill>
                  <a:srgbClr val="000000"/>
                </a:solidFill>
                <a:latin typeface="DejaVu Sans"/>
                <a:ea typeface="DejaVu Sans"/>
              </a:rPr>
              <a:t>and  contracts</a:t>
            </a:r>
            <a:endParaRPr b="0" lang="en-IN" sz="26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0"/>
              </a:spcBef>
            </a:pPr>
            <a:r>
              <a:rPr b="0" lang="en-IN" sz="2600" spc="-1" strike="noStrike">
                <a:solidFill>
                  <a:srgbClr val="000000"/>
                </a:solidFill>
                <a:latin typeface="DejaVu Sans"/>
                <a:ea typeface="DejaVu Sans"/>
              </a:rPr>
              <a:t>Higher billing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79" name="CustomShape 5"/>
          <p:cNvSpPr/>
          <p:nvPr/>
        </p:nvSpPr>
        <p:spPr>
          <a:xfrm>
            <a:off x="1718280" y="4240440"/>
            <a:ext cx="16380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400" spc="1580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0" name="CustomShape 6"/>
          <p:cNvSpPr/>
          <p:nvPr/>
        </p:nvSpPr>
        <p:spPr>
          <a:xfrm>
            <a:off x="1235880" y="4612680"/>
            <a:ext cx="7440840" cy="171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080" bIns="0"/>
          <a:p>
            <a:pPr marL="369720" indent="-330840">
              <a:lnSpc>
                <a:spcPts val="3240"/>
              </a:lnSpc>
              <a:spcBef>
                <a:spcPts val="505"/>
              </a:spcBef>
            </a:pPr>
            <a:r>
              <a:rPr b="0" lang="en-IN" sz="2700" spc="2926" strike="noStrike" baseline="20000">
                <a:solidFill>
                  <a:srgbClr val="3333cc"/>
                </a:solidFill>
                <a:latin typeface="OpenSymbol"/>
                <a:ea typeface="DejaVu Sans"/>
              </a:rPr>
              <a:t>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MS is identified by the  </a:t>
            </a:r>
            <a:r>
              <a:rPr b="0" lang="en-IN" sz="3000" spc="-7" strike="noStrike">
                <a:solidFill>
                  <a:srgbClr val="000000"/>
                </a:solidFill>
                <a:latin typeface="DejaVu Sans"/>
                <a:ea typeface="DejaVu Sans"/>
              </a:rPr>
              <a:t>information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in the SIM </a:t>
            </a:r>
            <a:r>
              <a:rPr b="0" lang="en-IN" sz="3000" spc="-21" strike="noStrike">
                <a:solidFill>
                  <a:srgbClr val="000000"/>
                </a:solidFill>
                <a:latin typeface="DejaVu Sans"/>
                <a:ea typeface="DejaVu Sans"/>
              </a:rPr>
              <a:t>card </a:t>
            </a:r>
            <a:r>
              <a:rPr b="0" lang="en-IN" sz="3000" spc="-7" strike="noStrike">
                <a:solidFill>
                  <a:srgbClr val="000000"/>
                </a:solidFill>
                <a:latin typeface="DejaVu Sans"/>
                <a:ea typeface="DejaVu Sans"/>
              </a:rPr>
              <a:t>and the  identification </a:t>
            </a:r>
            <a:r>
              <a:rPr b="0" lang="en-IN" sz="3000" spc="-9" strike="noStrike">
                <a:solidFill>
                  <a:srgbClr val="000000"/>
                </a:solidFill>
                <a:latin typeface="DejaVu Sans"/>
                <a:ea typeface="DejaVu Sans"/>
              </a:rPr>
              <a:t>request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is </a:t>
            </a:r>
            <a:r>
              <a:rPr b="0" lang="en-IN" sz="3000" spc="-9" strike="noStrike">
                <a:solidFill>
                  <a:srgbClr val="000000"/>
                </a:solidFill>
                <a:latin typeface="DejaVu Sans"/>
                <a:ea typeface="DejaVu Sans"/>
              </a:rPr>
              <a:t>forwarded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to  the home</a:t>
            </a:r>
            <a:r>
              <a:rPr b="0" lang="en-IN" sz="3000" spc="-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3000" spc="-1" strike="noStrike">
                <a:solidFill>
                  <a:srgbClr val="000000"/>
                </a:solidFill>
                <a:latin typeface="DejaVu Sans"/>
                <a:ea typeface="DejaVu Sans"/>
              </a:rPr>
              <a:t>operator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681" name="CustomShape 7"/>
          <p:cNvSpPr/>
          <p:nvPr/>
        </p:nvSpPr>
        <p:spPr>
          <a:xfrm>
            <a:off x="1718280" y="6418440"/>
            <a:ext cx="163800" cy="22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b="0" lang="en-IN" sz="1400" spc="1580" strike="noStrike">
                <a:solidFill>
                  <a:srgbClr val="ff0000"/>
                </a:solidFill>
                <a:latin typeface="OpenSymbol"/>
                <a:ea typeface="DejaVu Sans"/>
              </a:rPr>
              <a:t>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2" name="CustomShape 8"/>
          <p:cNvSpPr/>
          <p:nvPr/>
        </p:nvSpPr>
        <p:spPr>
          <a:xfrm>
            <a:off x="1992600" y="6346080"/>
            <a:ext cx="6542280" cy="4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6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home HLR is updated to </a:t>
            </a:r>
            <a:r>
              <a:rPr b="0" lang="en-IN" sz="2600" spc="-7" strike="noStrike">
                <a:solidFill>
                  <a:srgbClr val="000000"/>
                </a:solidFill>
                <a:latin typeface="DejaVu Sans"/>
                <a:ea typeface="DejaVu Sans"/>
              </a:rPr>
              <a:t>reflect</a:t>
            </a:r>
            <a:r>
              <a:rPr b="0" lang="en-IN" sz="2600" spc="-9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IN" sz="2600" spc="-1" strike="noStrike">
                <a:solidFill>
                  <a:srgbClr val="000000"/>
                </a:solidFill>
                <a:latin typeface="DejaVu Sans"/>
                <a:ea typeface="DejaVu Sans"/>
              </a:rPr>
              <a:t>the</a:t>
            </a:r>
            <a:endParaRPr b="0" lang="en-IN" sz="26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LibreOffice/6.0.7.3$Linux_X86_64 LibreOffice_project/00m0$Build-3</Application>
  <Words>2432</Words>
  <Paragraphs>485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2021-02-22T18:50:11Z</dcterms:created>
  <dc:creator>Adrian Sterca</dc:creator>
  <dc:description/>
  <dc:language>en-IN</dc:language>
  <cp:lastModifiedBy/>
  <dcterms:modified xsi:type="dcterms:W3CDTF">2025-01-24T14:24:24Z</dcterms:modified>
  <cp:revision>8</cp:revision>
  <dc:subject/>
  <dc:title>Cellular Communication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reated">
    <vt:filetime>2020-01-28T00:00:00Z</vt:filetime>
  </property>
  <property fmtid="{D5CDD505-2E9C-101B-9397-08002B2CF9AE}" pid="4" name="Creator">
    <vt:lpwstr>Impress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astSaved">
    <vt:filetime>2021-02-22T00:00:00Z</vt:filetime>
  </property>
  <property fmtid="{D5CDD505-2E9C-101B-9397-08002B2CF9AE}" pid="8" name="LinksUpToDate">
    <vt:bool>0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On-screen Show (4:3)</vt:lpwstr>
  </property>
  <property fmtid="{D5CDD505-2E9C-101B-9397-08002B2CF9AE}" pid="12" name="ScaleCrop">
    <vt:bool>0</vt:bool>
  </property>
  <property fmtid="{D5CDD505-2E9C-101B-9397-08002B2CF9AE}" pid="13" name="ShareDoc">
    <vt:bool>0</vt:bool>
  </property>
  <property fmtid="{D5CDD505-2E9C-101B-9397-08002B2CF9AE}" pid="14" name="Slides">
    <vt:i4>35</vt:i4>
  </property>
</Properties>
</file>